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752" autoAdjust="0"/>
  </p:normalViewPr>
  <p:slideViewPr>
    <p:cSldViewPr snapToGrid="0">
      <p:cViewPr>
        <p:scale>
          <a:sx n="66" d="100"/>
          <a:sy n="66" d="100"/>
        </p:scale>
        <p:origin x="48"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3B679-4BB6-C0AD-570C-B3FEBB1E5C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B76F061-870B-3072-328D-25240590B3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F9086FB-6DDD-3032-2453-A4C993E53001}"/>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5" name="Footer Placeholder 4">
            <a:extLst>
              <a:ext uri="{FF2B5EF4-FFF2-40B4-BE49-F238E27FC236}">
                <a16:creationId xmlns:a16="http://schemas.microsoft.com/office/drawing/2014/main" id="{F563ACBD-B24D-31A2-FA59-23DD1E33ED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DDF68B-C793-9480-743C-0BB6358D04E2}"/>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3664633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5D95-356D-9E84-961B-ECBCF7D40BE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E17D7E4-B246-665E-14B9-62279E9766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2B84B75-1B32-4513-075D-46BBD73ADDD9}"/>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5" name="Footer Placeholder 4">
            <a:extLst>
              <a:ext uri="{FF2B5EF4-FFF2-40B4-BE49-F238E27FC236}">
                <a16:creationId xmlns:a16="http://schemas.microsoft.com/office/drawing/2014/main" id="{989B59A9-1032-E294-6C0D-0E6A4E6C7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F08A19E-827C-4D27-D658-BF4B987D892B}"/>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3937681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2B45-6A51-C8FA-B528-9A5747379A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365093-151D-2195-70A2-D4C6939AB0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7945CB-D28A-B53A-FCBA-F17FF9EA2F3B}"/>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5" name="Footer Placeholder 4">
            <a:extLst>
              <a:ext uri="{FF2B5EF4-FFF2-40B4-BE49-F238E27FC236}">
                <a16:creationId xmlns:a16="http://schemas.microsoft.com/office/drawing/2014/main" id="{2C87FC03-DBC7-3698-FAAA-3AE90A4D13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135D31-5086-843E-CE1E-C833A64AB5E4}"/>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953551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35CCB-A3E1-0FD3-CF20-DB57D6E52A2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A2B9B83-61F7-F17C-ADD5-C390B672D3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A24AF44-4284-42DE-DF34-995127E26C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5B80B5C-3F06-BFA9-6BDB-012BA7C16FD3}"/>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6" name="Footer Placeholder 5">
            <a:extLst>
              <a:ext uri="{FF2B5EF4-FFF2-40B4-BE49-F238E27FC236}">
                <a16:creationId xmlns:a16="http://schemas.microsoft.com/office/drawing/2014/main" id="{BF35964F-A229-0AF9-A0E3-B19498B5B3E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75DC2C2-5765-E735-9B3F-32139933E3B4}"/>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2089878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46453-FCCE-BE0D-ABB2-89994E9EF50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451DEBD-211E-F550-D907-73CE631ED8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EB1E70-4852-CEEE-10F9-7B8C0E0664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388FFCF-AB25-F721-853E-6AA4B6E82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8088A2-0455-734D-BA1D-80DDD94846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24C2DE8-F312-D1F2-03EF-561D3307E5AA}"/>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8" name="Footer Placeholder 7">
            <a:extLst>
              <a:ext uri="{FF2B5EF4-FFF2-40B4-BE49-F238E27FC236}">
                <a16:creationId xmlns:a16="http://schemas.microsoft.com/office/drawing/2014/main" id="{57BBD028-6BC6-8674-C4FC-F5C4BE27A46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DEDC78D-9DDC-CAD0-6314-BA6AF3B84315}"/>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1934267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4CD9-EAB4-2D53-7141-C8D3B2AC5DF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15D0BE4-0037-DF35-EEC4-F4EA7C549BD5}"/>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4" name="Footer Placeholder 3">
            <a:extLst>
              <a:ext uri="{FF2B5EF4-FFF2-40B4-BE49-F238E27FC236}">
                <a16:creationId xmlns:a16="http://schemas.microsoft.com/office/drawing/2014/main" id="{7D7FF744-1EAC-0538-E201-C3D826572C7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18106E6-0555-B1B9-A3D2-B6F81D8BD605}"/>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767720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6302C1-CC41-9E69-67B0-E9EF2E87FFF7}"/>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3" name="Footer Placeholder 2">
            <a:extLst>
              <a:ext uri="{FF2B5EF4-FFF2-40B4-BE49-F238E27FC236}">
                <a16:creationId xmlns:a16="http://schemas.microsoft.com/office/drawing/2014/main" id="{17005848-62A0-421D-C828-0EE555C6E6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989526-D3C2-0A70-DC79-8AFF681D3711}"/>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1110879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84051-E553-9048-9802-E310B61A0C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921238B-E281-17A9-191E-0F2D47FB75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670E710-6C30-6BBB-9C7F-4CC9F12BAC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2F5F82-6A55-820C-52F0-B1EF96601A44}"/>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6" name="Footer Placeholder 5">
            <a:extLst>
              <a:ext uri="{FF2B5EF4-FFF2-40B4-BE49-F238E27FC236}">
                <a16:creationId xmlns:a16="http://schemas.microsoft.com/office/drawing/2014/main" id="{48DCFCA0-339F-F8F8-73C1-03503748BC8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D34FB5-F943-FCBC-5EED-FC33ADAE0206}"/>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1906176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AFDC-1BFA-D360-C327-98DC1EAD28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F1C8AEC-1CBE-A285-D7B2-2D26A2A6A7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196E73B-0E39-063C-5934-0BA6B3C8C8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48C24-4B7C-01E8-A5AC-7C8B30EDEF9E}"/>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6" name="Footer Placeholder 5">
            <a:extLst>
              <a:ext uri="{FF2B5EF4-FFF2-40B4-BE49-F238E27FC236}">
                <a16:creationId xmlns:a16="http://schemas.microsoft.com/office/drawing/2014/main" id="{F2DA20DD-F30E-EEC9-A7AE-3522FD2000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99A8C84-08F5-0DDD-CDE0-BB3159603C00}"/>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895164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C28F6-2A5B-E1A1-0AB0-A606B447BA4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5DD549-D08F-0400-E201-BAF10ECDC6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D4E7DF7-3A2D-33F0-D7E4-5A670DB71BE9}"/>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5" name="Footer Placeholder 4">
            <a:extLst>
              <a:ext uri="{FF2B5EF4-FFF2-40B4-BE49-F238E27FC236}">
                <a16:creationId xmlns:a16="http://schemas.microsoft.com/office/drawing/2014/main" id="{DF4D997C-C098-04A7-F6D5-109C22E4F6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8D6D1A-E631-41DE-9177-81AAEBF6542D}"/>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1184417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9E9889-B919-7BA0-D6B5-D72551EAD9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EDE87B1-0625-6C43-7AED-5AD7D9BC69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923CF9A-1A3C-0216-D088-CAE7A5907464}"/>
              </a:ext>
            </a:extLst>
          </p:cNvPr>
          <p:cNvSpPr>
            <a:spLocks noGrp="1"/>
          </p:cNvSpPr>
          <p:nvPr>
            <p:ph type="dt" sz="half" idx="10"/>
          </p:nvPr>
        </p:nvSpPr>
        <p:spPr/>
        <p:txBody>
          <a:bodyPr/>
          <a:lstStyle/>
          <a:p>
            <a:fld id="{3F267F6B-BF3B-4B60-95B8-F1564D3EEE10}" type="datetimeFigureOut">
              <a:rPr lang="en-GB" smtClean="0"/>
              <a:t>23/04/2026</a:t>
            </a:fld>
            <a:endParaRPr lang="en-GB"/>
          </a:p>
        </p:txBody>
      </p:sp>
      <p:sp>
        <p:nvSpPr>
          <p:cNvPr id="5" name="Footer Placeholder 4">
            <a:extLst>
              <a:ext uri="{FF2B5EF4-FFF2-40B4-BE49-F238E27FC236}">
                <a16:creationId xmlns:a16="http://schemas.microsoft.com/office/drawing/2014/main" id="{CA113F31-C1D1-3194-E55A-42364A2091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1E507B-BFE4-5DF5-FBB8-6D3BF13F4191}"/>
              </a:ext>
            </a:extLst>
          </p:cNvPr>
          <p:cNvSpPr>
            <a:spLocks noGrp="1"/>
          </p:cNvSpPr>
          <p:nvPr>
            <p:ph type="sldNum" sz="quarter" idx="12"/>
          </p:nvPr>
        </p:nvSpPr>
        <p:spPr/>
        <p:txBody>
          <a:bodyPr/>
          <a:lstStyle/>
          <a:p>
            <a:fld id="{5A399EAD-9C05-4BBD-9A17-4DCF9106423B}" type="slidenum">
              <a:rPr lang="en-GB" smtClean="0"/>
              <a:t>‹#›</a:t>
            </a:fld>
            <a:endParaRPr lang="en-GB"/>
          </a:p>
        </p:txBody>
      </p:sp>
    </p:spTree>
    <p:extLst>
      <p:ext uri="{BB962C8B-B14F-4D97-AF65-F5344CB8AC3E}">
        <p14:creationId xmlns:p14="http://schemas.microsoft.com/office/powerpoint/2010/main" val="2735754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2A5823-D0F3-1D61-8F68-2544F3384F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D789544-AE39-8041-DE2B-C320EBDA30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07FB30-7917-D6F5-E412-CC36967E75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267F6B-BF3B-4B60-95B8-F1564D3EEE10}" type="datetimeFigureOut">
              <a:rPr lang="en-GB" smtClean="0"/>
              <a:t>23/04/2026</a:t>
            </a:fld>
            <a:endParaRPr lang="en-GB"/>
          </a:p>
        </p:txBody>
      </p:sp>
      <p:sp>
        <p:nvSpPr>
          <p:cNvPr id="5" name="Footer Placeholder 4">
            <a:extLst>
              <a:ext uri="{FF2B5EF4-FFF2-40B4-BE49-F238E27FC236}">
                <a16:creationId xmlns:a16="http://schemas.microsoft.com/office/drawing/2014/main" id="{EE5878C2-7762-4BBB-49A0-8B623E056A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270F8F8-8D12-4414-90C0-C7CEC3B2A9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399EAD-9C05-4BBD-9A17-4DCF9106423B}" type="slidenum">
              <a:rPr lang="en-GB" smtClean="0"/>
              <a:t>‹#›</a:t>
            </a:fld>
            <a:endParaRPr lang="en-GB"/>
          </a:p>
        </p:txBody>
      </p:sp>
    </p:spTree>
    <p:extLst>
      <p:ext uri="{BB962C8B-B14F-4D97-AF65-F5344CB8AC3E}">
        <p14:creationId xmlns:p14="http://schemas.microsoft.com/office/powerpoint/2010/main" val="3531627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FB11D-CB2D-A442-997C-9FEC5B47756E}"/>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B6E8D5DB-8E35-E3AE-2917-CD2C7C9B89A4}"/>
              </a:ext>
            </a:extLst>
          </p:cNvPr>
          <p:cNvSpPr>
            <a:spLocks noGrp="1"/>
          </p:cNvSpPr>
          <p:nvPr>
            <p:ph type="subTitle" idx="1"/>
          </p:nvPr>
        </p:nvSpPr>
        <p:spPr/>
        <p:txBody>
          <a:bodyPr/>
          <a:lstStyle/>
          <a:p>
            <a:endParaRPr lang="en-GB"/>
          </a:p>
        </p:txBody>
      </p:sp>
      <p:graphicFrame>
        <p:nvGraphicFramePr>
          <p:cNvPr id="4" name="Table 3">
            <a:extLst>
              <a:ext uri="{FF2B5EF4-FFF2-40B4-BE49-F238E27FC236}">
                <a16:creationId xmlns:a16="http://schemas.microsoft.com/office/drawing/2014/main" id="{63CC4AC7-DF91-F44E-D0F3-561A1E432720}"/>
              </a:ext>
            </a:extLst>
          </p:cNvPr>
          <p:cNvGraphicFramePr>
            <a:graphicFrameLocks noGrp="1"/>
          </p:cNvGraphicFramePr>
          <p:nvPr>
            <p:extLst>
              <p:ext uri="{D42A27DB-BD31-4B8C-83A1-F6EECF244321}">
                <p14:modId xmlns:p14="http://schemas.microsoft.com/office/powerpoint/2010/main" val="2981501964"/>
              </p:ext>
            </p:extLst>
          </p:nvPr>
        </p:nvGraphicFramePr>
        <p:xfrm>
          <a:off x="-98474" y="-1674055"/>
          <a:ext cx="12290474" cy="14733471"/>
        </p:xfrm>
        <a:graphic>
          <a:graphicData uri="http://schemas.openxmlformats.org/drawingml/2006/table">
            <a:tbl>
              <a:tblPr firstRow="1" bandRow="1">
                <a:tableStyleId>{5C22544A-7EE6-4342-B048-85BDC9FD1C3A}</a:tableStyleId>
              </a:tblPr>
              <a:tblGrid>
                <a:gridCol w="1582716">
                  <a:extLst>
                    <a:ext uri="{9D8B030D-6E8A-4147-A177-3AD203B41FA5}">
                      <a16:colId xmlns:a16="http://schemas.microsoft.com/office/drawing/2014/main" val="534954635"/>
                    </a:ext>
                  </a:extLst>
                </a:gridCol>
                <a:gridCol w="10707758">
                  <a:extLst>
                    <a:ext uri="{9D8B030D-6E8A-4147-A177-3AD203B41FA5}">
                      <a16:colId xmlns:a16="http://schemas.microsoft.com/office/drawing/2014/main" val="1358041076"/>
                    </a:ext>
                  </a:extLst>
                </a:gridCol>
              </a:tblGrid>
              <a:tr h="604717">
                <a:tc>
                  <a:txBody>
                    <a:bodyPr/>
                    <a:lstStyle/>
                    <a:p>
                      <a:r>
                        <a:rPr lang="en-GB"/>
                        <a:t>User</a:t>
                      </a:r>
                    </a:p>
                  </a:txBody>
                  <a:tcPr/>
                </a:tc>
                <a:tc>
                  <a:txBody>
                    <a:bodyPr/>
                    <a:lstStyle/>
                    <a:p>
                      <a:r>
                        <a:rPr lang="en-GB"/>
                        <a:t>Response</a:t>
                      </a:r>
                    </a:p>
                  </a:txBody>
                  <a:tcPr/>
                </a:tc>
                <a:extLst>
                  <a:ext uri="{0D108BD9-81ED-4DB2-BD59-A6C34878D82A}">
                    <a16:rowId xmlns:a16="http://schemas.microsoft.com/office/drawing/2014/main" val="4149827708"/>
                  </a:ext>
                </a:extLst>
              </a:tr>
              <a:tr h="717121">
                <a:tc>
                  <a:txBody>
                    <a:bodyPr/>
                    <a:lstStyle/>
                    <a:p>
                      <a:r>
                        <a:rPr lang="en-GB"/>
                        <a:t>User 1</a:t>
                      </a:r>
                    </a:p>
                  </a:txBody>
                  <a:tcPr/>
                </a:tc>
                <a:tc>
                  <a:txBody>
                    <a:bodyPr/>
                    <a:lstStyle/>
                    <a:p>
                      <a:pPr>
                        <a:lnSpc>
                          <a:spcPct val="115000"/>
                        </a:lnSpc>
                        <a:spcAft>
                          <a:spcPts val="800"/>
                        </a:spcAft>
                        <a:buNone/>
                      </a:pPr>
                      <a:r>
                        <a:rPr lang="en-GB" sz="1800" kern="0">
                          <a:effectLst/>
                          <a:latin typeface="Aptos (Body)"/>
                          <a:ea typeface="Times New Roman" panose="02020603050405020304" pitchFamily="18" charset="0"/>
                          <a:cs typeface="Times New Roman" panose="02020603050405020304" pitchFamily="18" charset="0"/>
                        </a:rPr>
                        <a:t>“The level worked for the most part, but had a couple points where landing on spikes was almost unavoidable”</a:t>
                      </a:r>
                      <a:endParaRPr lang="en-GB" sz="1800" kern="100">
                        <a:effectLst/>
                        <a:latin typeface="Aptos (Body)"/>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76014199"/>
                  </a:ext>
                </a:extLst>
              </a:tr>
              <a:tr h="1385254">
                <a:tc>
                  <a:txBody>
                    <a:bodyPr/>
                    <a:lstStyle/>
                    <a:p>
                      <a:r>
                        <a:rPr lang="en-GB"/>
                        <a:t>User 2</a:t>
                      </a:r>
                    </a:p>
                  </a:txBody>
                  <a:tcPr/>
                </a:tc>
                <a:tc>
                  <a:txBody>
                    <a:bodyPr/>
                    <a:lstStyle/>
                    <a:p>
                      <a:r>
                        <a:rPr lang="en-GB" sz="1800" kern="1200">
                          <a:solidFill>
                            <a:schemeClr val="dk1"/>
                          </a:solidFill>
                          <a:effectLst/>
                          <a:latin typeface="+mn-lt"/>
                          <a:ea typeface="+mn-ea"/>
                          <a:cs typeface="+mn-cs"/>
                        </a:rPr>
                        <a:t>“I liked it. I don't see many 3D platformers that are procedurally generated, so this is a bit more unique. I think the generation could be improved to be a little bit more open, as right now it feels a bit too like a road of some sort with turns, obstacles and such. But overall, good. I could see this becoming an addictive game.”</a:t>
                      </a:r>
                      <a:endParaRPr lang="en-GB"/>
                    </a:p>
                  </a:txBody>
                  <a:tcPr/>
                </a:tc>
                <a:extLst>
                  <a:ext uri="{0D108BD9-81ED-4DB2-BD59-A6C34878D82A}">
                    <a16:rowId xmlns:a16="http://schemas.microsoft.com/office/drawing/2014/main" val="2840775977"/>
                  </a:ext>
                </a:extLst>
              </a:tr>
              <a:tr h="1819997">
                <a:tc>
                  <a:txBody>
                    <a:bodyPr/>
                    <a:lstStyle/>
                    <a:p>
                      <a:r>
                        <a:rPr lang="en-GB"/>
                        <a:t>User 3 </a:t>
                      </a:r>
                    </a:p>
                  </a:txBody>
                  <a:tcPr/>
                </a:tc>
                <a:tc>
                  <a:txBody>
                    <a:bodyPr/>
                    <a:lstStyle/>
                    <a:p>
                      <a:pPr>
                        <a:lnSpc>
                          <a:spcPct val="115000"/>
                        </a:lnSpc>
                        <a:spcAft>
                          <a:spcPts val="800"/>
                        </a:spcAft>
                        <a:buNone/>
                      </a:pPr>
                      <a:r>
                        <a:rPr lang="en-GB" sz="1800" kern="0">
                          <a:effectLst/>
                          <a:latin typeface="Aptos" panose="020B0004020202020204" pitchFamily="34" charset="0"/>
                          <a:ea typeface="Times New Roman" panose="02020603050405020304" pitchFamily="18" charset="0"/>
                          <a:cs typeface="Calibri" panose="020F0502020204030204" pitchFamily="34" charset="0"/>
                        </a:rPr>
                        <a:t>“The level was fine. It wasn't difficult for me, but I could see it being a bit challenging to people with less experience with games. Of course, I could have upped the difficulty in the settings, but I for the most part used the default settings with slight tweaks, so that's not the games fault. There was a point in the game where I had spikes to the side of me and behind me, and it zoomed in the view of my character and blocked my vision.”</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055311"/>
                  </a:ext>
                </a:extLst>
              </a:tr>
              <a:tr h="717121">
                <a:tc>
                  <a:txBody>
                    <a:bodyPr/>
                    <a:lstStyle/>
                    <a:p>
                      <a:r>
                        <a:rPr lang="en-GB"/>
                        <a:t>User 4</a:t>
                      </a:r>
                    </a:p>
                  </a:txBody>
                  <a:tcPr/>
                </a:tc>
                <a:tc>
                  <a:txBody>
                    <a:bodyPr/>
                    <a:lstStyle/>
                    <a:p>
                      <a:pPr>
                        <a:lnSpc>
                          <a:spcPct val="115000"/>
                        </a:lnSpc>
                        <a:spcAft>
                          <a:spcPts val="800"/>
                        </a:spcAft>
                        <a:buNone/>
                      </a:pPr>
                      <a:r>
                        <a:rPr lang="en-GB" sz="1800" kern="0">
                          <a:effectLst/>
                          <a:latin typeface="Aptos" panose="020B0004020202020204" pitchFamily="34" charset="0"/>
                          <a:ea typeface="Times New Roman" panose="02020603050405020304" pitchFamily="18" charset="0"/>
                          <a:cs typeface="Calibri" panose="020F0502020204030204" pitchFamily="34" charset="0"/>
                        </a:rPr>
                        <a:t>“Some retro-</a:t>
                      </a:r>
                      <a:r>
                        <a:rPr lang="en-GB" sz="1800" kern="0" err="1">
                          <a:effectLst/>
                          <a:latin typeface="Aptos" panose="020B0004020202020204" pitchFamily="34" charset="0"/>
                          <a:ea typeface="Times New Roman" panose="02020603050405020304" pitchFamily="18" charset="0"/>
                          <a:cs typeface="Calibri" panose="020F0502020204030204" pitchFamily="34" charset="0"/>
                        </a:rPr>
                        <a:t>esque</a:t>
                      </a:r>
                      <a:r>
                        <a:rPr lang="en-GB" sz="1800" kern="0">
                          <a:effectLst/>
                          <a:latin typeface="Aptos" panose="020B0004020202020204" pitchFamily="34" charset="0"/>
                          <a:ea typeface="Times New Roman" panose="02020603050405020304" pitchFamily="18" charset="0"/>
                          <a:cs typeface="Calibri" panose="020F0502020204030204" pitchFamily="34" charset="0"/>
                        </a:rPr>
                        <a:t> music would be nice for levels next time. Feels kind of empty without it to be fair. Aside from that, game play was pretty nice. I've had some fun with it.”</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9954861"/>
                  </a:ext>
                </a:extLst>
              </a:tr>
              <a:tr h="745907">
                <a:tc>
                  <a:txBody>
                    <a:bodyPr/>
                    <a:lstStyle/>
                    <a:p>
                      <a:r>
                        <a:rPr lang="en-GB"/>
                        <a:t>User 5</a:t>
                      </a:r>
                    </a:p>
                  </a:txBody>
                  <a:tcPr/>
                </a:tc>
                <a:tc>
                  <a:txBody>
                    <a:bodyPr/>
                    <a:lstStyle/>
                    <a:p>
                      <a:r>
                        <a:rPr lang="en-GB" sz="1800" kern="1200">
                          <a:solidFill>
                            <a:schemeClr val="dk1"/>
                          </a:solidFill>
                          <a:effectLst/>
                          <a:latin typeface="+mn-lt"/>
                          <a:ea typeface="+mn-ea"/>
                          <a:cs typeface="+mn-cs"/>
                        </a:rPr>
                        <a:t>“Sometimes the platforms that spawn above bounce pads hang too close to the trajectory of the player's jump, making it hard to </a:t>
                      </a:r>
                      <a:r>
                        <a:rPr lang="en-GB" sz="1800" kern="1200" err="1">
                          <a:solidFill>
                            <a:schemeClr val="dk1"/>
                          </a:solidFill>
                          <a:effectLst/>
                          <a:latin typeface="+mn-lt"/>
                          <a:ea typeface="+mn-ea"/>
                          <a:cs typeface="+mn-cs"/>
                        </a:rPr>
                        <a:t>maneuver</a:t>
                      </a:r>
                      <a:r>
                        <a:rPr lang="en-GB" sz="1800" kern="1200">
                          <a:solidFill>
                            <a:schemeClr val="dk1"/>
                          </a:solidFill>
                          <a:effectLst/>
                          <a:latin typeface="+mn-lt"/>
                          <a:ea typeface="+mn-ea"/>
                          <a:cs typeface="+mn-cs"/>
                        </a:rPr>
                        <a:t> around.”</a:t>
                      </a:r>
                      <a:endParaRPr lang="en-GB"/>
                    </a:p>
                  </a:txBody>
                  <a:tcPr/>
                </a:tc>
                <a:extLst>
                  <a:ext uri="{0D108BD9-81ED-4DB2-BD59-A6C34878D82A}">
                    <a16:rowId xmlns:a16="http://schemas.microsoft.com/office/drawing/2014/main" val="2185965639"/>
                  </a:ext>
                </a:extLst>
              </a:tr>
              <a:tr h="745907">
                <a:tc>
                  <a:txBody>
                    <a:bodyPr/>
                    <a:lstStyle/>
                    <a:p>
                      <a:r>
                        <a:rPr lang="en-GB"/>
                        <a:t>User 8</a:t>
                      </a:r>
                    </a:p>
                  </a:txBody>
                  <a:tcPr/>
                </a:tc>
                <a:tc>
                  <a:txBody>
                    <a:bodyPr/>
                    <a:lstStyle/>
                    <a:p>
                      <a:r>
                        <a:rPr lang="en-GB" sz="1800" kern="1200">
                          <a:solidFill>
                            <a:schemeClr val="dk1"/>
                          </a:solidFill>
                          <a:effectLst/>
                          <a:latin typeface="+mn-lt"/>
                          <a:ea typeface="+mn-ea"/>
                          <a:cs typeface="+mn-cs"/>
                        </a:rPr>
                        <a:t>“While the levels are fun to navigate, there are quite a few instances of the same parts repeating multiple times, although this may be due to the parameters I chose to generate the level with.”</a:t>
                      </a:r>
                      <a:endParaRPr lang="en-GB"/>
                    </a:p>
                  </a:txBody>
                  <a:tcPr/>
                </a:tc>
                <a:extLst>
                  <a:ext uri="{0D108BD9-81ED-4DB2-BD59-A6C34878D82A}">
                    <a16:rowId xmlns:a16="http://schemas.microsoft.com/office/drawing/2014/main" val="3718693355"/>
                  </a:ext>
                </a:extLst>
              </a:tr>
              <a:tr h="1084747">
                <a:tc>
                  <a:txBody>
                    <a:bodyPr/>
                    <a:lstStyle/>
                    <a:p>
                      <a:r>
                        <a:rPr lang="en-GB"/>
                        <a:t>User 9</a:t>
                      </a:r>
                    </a:p>
                  </a:txBody>
                  <a:tcPr/>
                </a:tc>
                <a:tc>
                  <a:txBody>
                    <a:bodyPr/>
                    <a:lstStyle/>
                    <a:p>
                      <a:pPr>
                        <a:lnSpc>
                          <a:spcPct val="115000"/>
                        </a:lnSpc>
                        <a:spcAft>
                          <a:spcPts val="800"/>
                        </a:spcAft>
                        <a:buNone/>
                      </a:pPr>
                      <a:r>
                        <a:rPr lang="en-GB" sz="1800" kern="0">
                          <a:effectLst/>
                          <a:latin typeface="Aptos" panose="020B0004020202020204" pitchFamily="34" charset="0"/>
                          <a:ea typeface="Times New Roman" panose="02020603050405020304" pitchFamily="18" charset="0"/>
                          <a:cs typeface="Calibri" panose="020F0502020204030204" pitchFamily="34" charset="0"/>
                        </a:rPr>
                        <a:t>“Levels were generally good but I had one where the spike trap was between two hard jumps which made it so that I had to hit the spike to get ground, but the momentum from hitting the spike wasn't enough so it was an impassable part of the level”</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2765965"/>
                  </a:ext>
                </a:extLst>
              </a:tr>
              <a:tr h="1819997">
                <a:tc>
                  <a:txBody>
                    <a:bodyPr/>
                    <a:lstStyle/>
                    <a:p>
                      <a:r>
                        <a:rPr lang="en-GB"/>
                        <a:t>User 10</a:t>
                      </a:r>
                    </a:p>
                  </a:txBody>
                  <a:tcPr/>
                </a:tc>
                <a:tc>
                  <a:txBody>
                    <a:bodyPr/>
                    <a:lstStyle/>
                    <a:p>
                      <a:pPr>
                        <a:lnSpc>
                          <a:spcPct val="115000"/>
                        </a:lnSpc>
                        <a:spcAft>
                          <a:spcPts val="800"/>
                        </a:spcAft>
                        <a:buNone/>
                      </a:pPr>
                      <a:r>
                        <a:rPr lang="en-GB" sz="1800" kern="0">
                          <a:effectLst/>
                          <a:latin typeface="Aptos" panose="020B0004020202020204" pitchFamily="34" charset="0"/>
                          <a:ea typeface="Times New Roman" panose="02020603050405020304" pitchFamily="18" charset="0"/>
                          <a:cs typeface="Calibri" panose="020F0502020204030204" pitchFamily="34" charset="0"/>
                        </a:rPr>
                        <a:t>“I really liked the jumping and the player movement, it was very smooth and detailed with how the character moved their arms while jumping. The environment was colourful and pleasing to the eye. One thing I struggled with was the controls, due to having no computer game experience. This could be improved with the option of using a controller. I had no experience with the spikes option as I had easiest difficulty on, therefore I cannot comment on this attribute.”</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6735413"/>
                  </a:ext>
                </a:extLst>
              </a:tr>
              <a:tr h="1065581">
                <a:tc>
                  <a:txBody>
                    <a:bodyPr/>
                    <a:lstStyle/>
                    <a:p>
                      <a:r>
                        <a:rPr lang="en-GB"/>
                        <a:t>User 11</a:t>
                      </a:r>
                    </a:p>
                  </a:txBody>
                  <a:tcPr/>
                </a:tc>
                <a:tc>
                  <a:txBody>
                    <a:bodyPr/>
                    <a:lstStyle/>
                    <a:p>
                      <a:r>
                        <a:rPr lang="en-GB"/>
                        <a:t>“</a:t>
                      </a:r>
                      <a:r>
                        <a:rPr lang="en-GB" sz="1800" b="0" i="0" kern="1200">
                          <a:solidFill>
                            <a:schemeClr val="dk1"/>
                          </a:solidFill>
                          <a:effectLst/>
                          <a:latin typeface="+mn-lt"/>
                          <a:ea typeface="+mn-ea"/>
                          <a:cs typeface="+mn-cs"/>
                        </a:rPr>
                        <a:t>After generating a few levels I've realised that the more you mess with the parameters, the more interesting the level becomes, but perhaps the results of the generation could be more randomised when you max out the parameters in either direction”</a:t>
                      </a:r>
                      <a:endParaRPr lang="en-GB"/>
                    </a:p>
                  </a:txBody>
                  <a:tcPr/>
                </a:tc>
                <a:extLst>
                  <a:ext uri="{0D108BD9-81ED-4DB2-BD59-A6C34878D82A}">
                    <a16:rowId xmlns:a16="http://schemas.microsoft.com/office/drawing/2014/main" val="3055712696"/>
                  </a:ext>
                </a:extLst>
              </a:tr>
              <a:tr h="1065581">
                <a:tc>
                  <a:txBody>
                    <a:bodyPr/>
                    <a:lstStyle/>
                    <a:p>
                      <a:r>
                        <a:rPr lang="en-GB"/>
                        <a:t>User 12</a:t>
                      </a:r>
                    </a:p>
                  </a:txBody>
                  <a:tcPr/>
                </a:tc>
                <a:tc>
                  <a:txBody>
                    <a:bodyPr/>
                    <a:lstStyle/>
                    <a:p>
                      <a:r>
                        <a:rPr lang="en-GB"/>
                        <a:t>“</a:t>
                      </a:r>
                      <a:r>
                        <a:rPr lang="en-GB" sz="1800" b="0" i="0" kern="1200">
                          <a:solidFill>
                            <a:schemeClr val="dk1"/>
                          </a:solidFill>
                          <a:effectLst/>
                          <a:latin typeface="+mn-lt"/>
                          <a:ea typeface="+mn-ea"/>
                          <a:cs typeface="+mn-cs"/>
                        </a:rPr>
                        <a:t>It felt a bit linear, like there was always only 1 path I could take. I enjoyed using the double jump to chain platforms together, they were placed in the right areas, but some differently so I couldn't abuse it and get bored. Unrelated about generation, the coins were difficult to collect.”</a:t>
                      </a:r>
                      <a:endParaRPr lang="en-GB"/>
                    </a:p>
                  </a:txBody>
                  <a:tcPr/>
                </a:tc>
                <a:extLst>
                  <a:ext uri="{0D108BD9-81ED-4DB2-BD59-A6C34878D82A}">
                    <a16:rowId xmlns:a16="http://schemas.microsoft.com/office/drawing/2014/main" val="144745009"/>
                  </a:ext>
                </a:extLst>
              </a:tr>
              <a:tr h="955336">
                <a:tc>
                  <a:txBody>
                    <a:bodyPr/>
                    <a:lstStyle/>
                    <a:p>
                      <a:r>
                        <a:rPr lang="en-GB"/>
                        <a:t>User 15</a:t>
                      </a:r>
                    </a:p>
                  </a:txBody>
                  <a:tcPr/>
                </a:tc>
                <a:tc>
                  <a:txBody>
                    <a:bodyPr/>
                    <a:lstStyle/>
                    <a:p>
                      <a:r>
                        <a:rPr lang="en-GB" sz="1800" b="0" i="0" kern="1200">
                          <a:solidFill>
                            <a:schemeClr val="dk1"/>
                          </a:solidFill>
                          <a:effectLst/>
                          <a:latin typeface="+mn-lt"/>
                          <a:ea typeface="+mn-ea"/>
                          <a:cs typeface="+mn-cs"/>
                        </a:rPr>
                        <a:t>More risk (additional traps or customisable traps) and unloading previous segments so its clear which way to go next or an arrow. The double jump and spikes were fun as you had to plan jumps before u made them. It was also fun to play around with the level customisation</a:t>
                      </a:r>
                    </a:p>
                  </a:txBody>
                  <a:tcPr/>
                </a:tc>
                <a:extLst>
                  <a:ext uri="{0D108BD9-81ED-4DB2-BD59-A6C34878D82A}">
                    <a16:rowId xmlns:a16="http://schemas.microsoft.com/office/drawing/2014/main" val="935286571"/>
                  </a:ext>
                </a:extLst>
              </a:tr>
              <a:tr h="668735">
                <a:tc>
                  <a:txBody>
                    <a:bodyPr/>
                    <a:lstStyle/>
                    <a:p>
                      <a:r>
                        <a:rPr lang="en-GB"/>
                        <a:t>User 16</a:t>
                      </a:r>
                    </a:p>
                  </a:txBody>
                  <a:tcPr/>
                </a:tc>
                <a:tc>
                  <a:txBody>
                    <a:bodyPr/>
                    <a:lstStyle/>
                    <a:p>
                      <a:r>
                        <a:rPr lang="en-GB" sz="1800" b="0" i="0" kern="1200">
                          <a:solidFill>
                            <a:schemeClr val="dk1"/>
                          </a:solidFill>
                          <a:effectLst/>
                          <a:latin typeface="+mn-lt"/>
                          <a:ea typeface="+mn-ea"/>
                          <a:cs typeface="+mn-cs"/>
                        </a:rPr>
                        <a:t>“It was cool to see the level generate in runtime, but the generation felt pretty simple, more elevation would have been nice”</a:t>
                      </a:r>
                    </a:p>
                  </a:txBody>
                  <a:tcPr/>
                </a:tc>
                <a:extLst>
                  <a:ext uri="{0D108BD9-81ED-4DB2-BD59-A6C34878D82A}">
                    <a16:rowId xmlns:a16="http://schemas.microsoft.com/office/drawing/2014/main" val="626458118"/>
                  </a:ext>
                </a:extLst>
              </a:tr>
              <a:tr h="668735">
                <a:tc>
                  <a:txBody>
                    <a:bodyPr/>
                    <a:lstStyle/>
                    <a:p>
                      <a:r>
                        <a:rPr lang="en-GB"/>
                        <a:t>User 17</a:t>
                      </a:r>
                    </a:p>
                  </a:txBody>
                  <a:tcPr/>
                </a:tc>
                <a:tc>
                  <a:txBody>
                    <a:bodyPr/>
                    <a:lstStyle/>
                    <a:p>
                      <a:r>
                        <a:rPr lang="en-GB" sz="1800" b="0" i="0" kern="1200">
                          <a:solidFill>
                            <a:schemeClr val="dk1"/>
                          </a:solidFill>
                          <a:effectLst/>
                          <a:latin typeface="+mn-lt"/>
                          <a:ea typeface="+mn-ea"/>
                          <a:cs typeface="+mn-cs"/>
                        </a:rPr>
                        <a:t>“One problem </a:t>
                      </a:r>
                      <a:r>
                        <a:rPr lang="en-GB" sz="1800" b="0" i="0" kern="1200" err="1">
                          <a:solidFill>
                            <a:schemeClr val="dk1"/>
                          </a:solidFill>
                          <a:effectLst/>
                          <a:latin typeface="+mn-lt"/>
                          <a:ea typeface="+mn-ea"/>
                          <a:cs typeface="+mn-cs"/>
                        </a:rPr>
                        <a:t>i</a:t>
                      </a:r>
                      <a:r>
                        <a:rPr lang="en-GB" sz="1800" b="0" i="0" kern="1200">
                          <a:solidFill>
                            <a:schemeClr val="dk1"/>
                          </a:solidFill>
                          <a:effectLst/>
                          <a:latin typeface="+mn-lt"/>
                          <a:ea typeface="+mn-ea"/>
                          <a:cs typeface="+mn-cs"/>
                        </a:rPr>
                        <a:t> had was that the spikes where giant and so it was hard to notice if </a:t>
                      </a:r>
                      <a:r>
                        <a:rPr lang="en-GB" sz="1800" b="0" i="0" kern="1200" err="1">
                          <a:solidFill>
                            <a:schemeClr val="dk1"/>
                          </a:solidFill>
                          <a:effectLst/>
                          <a:latin typeface="+mn-lt"/>
                          <a:ea typeface="+mn-ea"/>
                          <a:cs typeface="+mn-cs"/>
                        </a:rPr>
                        <a:t>i</a:t>
                      </a:r>
                      <a:r>
                        <a:rPr lang="en-GB" sz="1800" b="0" i="0" kern="1200">
                          <a:solidFill>
                            <a:schemeClr val="dk1"/>
                          </a:solidFill>
                          <a:effectLst/>
                          <a:latin typeface="+mn-lt"/>
                          <a:ea typeface="+mn-ea"/>
                          <a:cs typeface="+mn-cs"/>
                        </a:rPr>
                        <a:t> had hit them but that might have been a setting that </a:t>
                      </a:r>
                      <a:r>
                        <a:rPr lang="en-GB" sz="1800" b="0" i="0" kern="1200" err="1">
                          <a:solidFill>
                            <a:schemeClr val="dk1"/>
                          </a:solidFill>
                          <a:effectLst/>
                          <a:latin typeface="+mn-lt"/>
                          <a:ea typeface="+mn-ea"/>
                          <a:cs typeface="+mn-cs"/>
                        </a:rPr>
                        <a:t>i</a:t>
                      </a:r>
                      <a:r>
                        <a:rPr lang="en-GB" sz="1800" b="0" i="0" kern="1200">
                          <a:solidFill>
                            <a:schemeClr val="dk1"/>
                          </a:solidFill>
                          <a:effectLst/>
                          <a:latin typeface="+mn-lt"/>
                          <a:ea typeface="+mn-ea"/>
                          <a:cs typeface="+mn-cs"/>
                        </a:rPr>
                        <a:t> edited at the start.”</a:t>
                      </a:r>
                    </a:p>
                  </a:txBody>
                  <a:tcPr/>
                </a:tc>
                <a:extLst>
                  <a:ext uri="{0D108BD9-81ED-4DB2-BD59-A6C34878D82A}">
                    <a16:rowId xmlns:a16="http://schemas.microsoft.com/office/drawing/2014/main" val="3525485293"/>
                  </a:ext>
                </a:extLst>
              </a:tr>
              <a:tr h="668735">
                <a:tc>
                  <a:txBody>
                    <a:bodyPr/>
                    <a:lstStyle/>
                    <a:p>
                      <a:r>
                        <a:rPr lang="en-GB"/>
                        <a:t>User 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a:solidFill>
                            <a:schemeClr val="dk1"/>
                          </a:solidFill>
                          <a:effectLst/>
                          <a:latin typeface="+mn-lt"/>
                          <a:ea typeface="+mn-ea"/>
                          <a:cs typeface="+mn-cs"/>
                        </a:rPr>
                        <a:t>“Even with small platforms, large gaps and many spikes, it was not particularly challenging to bypass many of the obstacles with the run and double jump</a:t>
                      </a:r>
                      <a:r>
                        <a:rPr lang="en-GB" sz="1800" b="1" i="0" kern="1200">
                          <a:solidFill>
                            <a:schemeClr val="dk1"/>
                          </a:solidFill>
                          <a:effectLst/>
                          <a:latin typeface="+mn-lt"/>
                          <a:ea typeface="+mn-ea"/>
                          <a:cs typeface="+mn-cs"/>
                        </a:rPr>
                        <a:t>”</a:t>
                      </a:r>
                      <a:endParaRPr lang="en-GB" sz="1800">
                        <a:latin typeface="Aptos (Body)"/>
                      </a:endParaRPr>
                    </a:p>
                  </a:txBody>
                  <a:tcPr/>
                </a:tc>
                <a:extLst>
                  <a:ext uri="{0D108BD9-81ED-4DB2-BD59-A6C34878D82A}">
                    <a16:rowId xmlns:a16="http://schemas.microsoft.com/office/drawing/2014/main" val="1808334678"/>
                  </a:ext>
                </a:extLst>
              </a:tr>
            </a:tbl>
          </a:graphicData>
        </a:graphic>
      </p:graphicFrame>
    </p:spTree>
    <p:extLst>
      <p:ext uri="{BB962C8B-B14F-4D97-AF65-F5344CB8AC3E}">
        <p14:creationId xmlns:p14="http://schemas.microsoft.com/office/powerpoint/2010/main" val="4250377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4450-C3B6-3266-E704-2E77EAA6D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6A0A2-7C54-15B3-35AA-70142014D905}"/>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F3F7F860-AECA-6804-D365-6D203FEDCD5E}"/>
              </a:ext>
            </a:extLst>
          </p:cNvPr>
          <p:cNvSpPr>
            <a:spLocks noGrp="1"/>
          </p:cNvSpPr>
          <p:nvPr>
            <p:ph type="subTitle" idx="1"/>
          </p:nvPr>
        </p:nvSpPr>
        <p:spPr/>
        <p:txBody>
          <a:bodyPr/>
          <a:lstStyle/>
          <a:p>
            <a:endParaRPr lang="en-GB"/>
          </a:p>
        </p:txBody>
      </p:sp>
      <p:graphicFrame>
        <p:nvGraphicFramePr>
          <p:cNvPr id="4" name="Table 3">
            <a:extLst>
              <a:ext uri="{FF2B5EF4-FFF2-40B4-BE49-F238E27FC236}">
                <a16:creationId xmlns:a16="http://schemas.microsoft.com/office/drawing/2014/main" id="{28AD41EF-EC27-3F17-D559-B5BC5F2989A4}"/>
              </a:ext>
            </a:extLst>
          </p:cNvPr>
          <p:cNvGraphicFramePr>
            <a:graphicFrameLocks noGrp="1"/>
          </p:cNvGraphicFramePr>
          <p:nvPr>
            <p:extLst>
              <p:ext uri="{D42A27DB-BD31-4B8C-83A1-F6EECF244321}">
                <p14:modId xmlns:p14="http://schemas.microsoft.com/office/powerpoint/2010/main" val="2718602619"/>
              </p:ext>
            </p:extLst>
          </p:nvPr>
        </p:nvGraphicFramePr>
        <p:xfrm>
          <a:off x="-239151" y="-675248"/>
          <a:ext cx="12431151" cy="11563638"/>
        </p:xfrm>
        <a:graphic>
          <a:graphicData uri="http://schemas.openxmlformats.org/drawingml/2006/table">
            <a:tbl>
              <a:tblPr firstRow="1" bandRow="1">
                <a:tableStyleId>{5C22544A-7EE6-4342-B048-85BDC9FD1C3A}</a:tableStyleId>
              </a:tblPr>
              <a:tblGrid>
                <a:gridCol w="1600832">
                  <a:extLst>
                    <a:ext uri="{9D8B030D-6E8A-4147-A177-3AD203B41FA5}">
                      <a16:colId xmlns:a16="http://schemas.microsoft.com/office/drawing/2014/main" val="534954635"/>
                    </a:ext>
                  </a:extLst>
                </a:gridCol>
                <a:gridCol w="10830319">
                  <a:extLst>
                    <a:ext uri="{9D8B030D-6E8A-4147-A177-3AD203B41FA5}">
                      <a16:colId xmlns:a16="http://schemas.microsoft.com/office/drawing/2014/main" val="1358041076"/>
                    </a:ext>
                  </a:extLst>
                </a:gridCol>
              </a:tblGrid>
              <a:tr h="647658">
                <a:tc>
                  <a:txBody>
                    <a:bodyPr/>
                    <a:lstStyle/>
                    <a:p>
                      <a:r>
                        <a:rPr lang="en-GB"/>
                        <a:t>User</a:t>
                      </a:r>
                    </a:p>
                  </a:txBody>
                  <a:tcPr/>
                </a:tc>
                <a:tc>
                  <a:txBody>
                    <a:bodyPr/>
                    <a:lstStyle/>
                    <a:p>
                      <a:r>
                        <a:rPr lang="en-GB"/>
                        <a:t>Response</a:t>
                      </a:r>
                    </a:p>
                  </a:txBody>
                  <a:tcPr/>
                </a:tc>
                <a:extLst>
                  <a:ext uri="{0D108BD9-81ED-4DB2-BD59-A6C34878D82A}">
                    <a16:rowId xmlns:a16="http://schemas.microsoft.com/office/drawing/2014/main" val="4149827708"/>
                  </a:ext>
                </a:extLst>
              </a:tr>
              <a:tr h="768046">
                <a:tc>
                  <a:txBody>
                    <a:bodyPr/>
                    <a:lstStyle/>
                    <a:p>
                      <a:r>
                        <a:rPr lang="en-GB"/>
                        <a:t>User 2</a:t>
                      </a:r>
                    </a:p>
                  </a:txBody>
                  <a:tcPr/>
                </a:tc>
                <a:tc>
                  <a:txBody>
                    <a:bodyPr/>
                    <a:lstStyle/>
                    <a:p>
                      <a:pPr>
                        <a:lnSpc>
                          <a:spcPct val="115000"/>
                        </a:lnSpc>
                        <a:spcAft>
                          <a:spcPts val="800"/>
                        </a:spcAft>
                        <a:buNone/>
                      </a:pPr>
                      <a:r>
                        <a:rPr lang="en-GB" sz="1800" kern="0">
                          <a:effectLst/>
                          <a:latin typeface="Aptos" panose="020B0004020202020204" pitchFamily="34" charset="0"/>
                          <a:ea typeface="Times New Roman" panose="02020603050405020304" pitchFamily="18" charset="0"/>
                          <a:cs typeface="Calibri" panose="020F0502020204030204" pitchFamily="34" charset="0"/>
                        </a:rPr>
                        <a:t>“I like the level of precision it allows. Though, I think there should be presets of some sort, for varying levels of difficulty. Then, maybe you could make your own presets based off those.”</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76014199"/>
                  </a:ext>
                </a:extLst>
              </a:tr>
              <a:tr h="798875">
                <a:tc>
                  <a:txBody>
                    <a:bodyPr/>
                    <a:lstStyle/>
                    <a:p>
                      <a:r>
                        <a:rPr lang="en-GB"/>
                        <a:t>User 3</a:t>
                      </a:r>
                    </a:p>
                  </a:txBody>
                  <a:tcPr/>
                </a:tc>
                <a:tc>
                  <a:txBody>
                    <a:bodyPr/>
                    <a:lstStyle/>
                    <a:p>
                      <a:r>
                        <a:rPr lang="en-GB" sz="1800" kern="1200">
                          <a:solidFill>
                            <a:schemeClr val="dk1"/>
                          </a:solidFill>
                          <a:effectLst/>
                          <a:latin typeface="+mn-lt"/>
                          <a:ea typeface="+mn-ea"/>
                          <a:cs typeface="+mn-cs"/>
                        </a:rPr>
                        <a:t>“It's very simple and easy to understand for the most part. I did almost start the game without realizing there was a second page, but that may be a me problem.”</a:t>
                      </a:r>
                      <a:endParaRPr lang="en-GB"/>
                    </a:p>
                  </a:txBody>
                  <a:tcPr/>
                </a:tc>
                <a:extLst>
                  <a:ext uri="{0D108BD9-81ED-4DB2-BD59-A6C34878D82A}">
                    <a16:rowId xmlns:a16="http://schemas.microsoft.com/office/drawing/2014/main" val="2840775977"/>
                  </a:ext>
                </a:extLst>
              </a:tr>
              <a:tr h="768046">
                <a:tc>
                  <a:txBody>
                    <a:bodyPr/>
                    <a:lstStyle/>
                    <a:p>
                      <a:r>
                        <a:rPr lang="en-GB"/>
                        <a:t>User 4 </a:t>
                      </a:r>
                    </a:p>
                  </a:txBody>
                  <a:tcPr/>
                </a:tc>
                <a:tc>
                  <a:txBody>
                    <a:bodyPr/>
                    <a:lstStyle/>
                    <a:p>
                      <a:pPr>
                        <a:lnSpc>
                          <a:spcPct val="115000"/>
                        </a:lnSpc>
                        <a:spcAft>
                          <a:spcPts val="800"/>
                        </a:spcAft>
                        <a:buNone/>
                      </a:pPr>
                      <a:r>
                        <a:rPr lang="en-GB" sz="1800" kern="0">
                          <a:effectLst/>
                          <a:latin typeface="Aptos" panose="020B0004020202020204" pitchFamily="34" charset="0"/>
                          <a:ea typeface="Times New Roman" panose="02020603050405020304" pitchFamily="18" charset="0"/>
                          <a:cs typeface="Calibri" panose="020F0502020204030204" pitchFamily="34" charset="0"/>
                        </a:rPr>
                        <a:t>“I like that you can customize the level however you'd prefer. It kind of reminds me of the game Super Mario Maker on the Nintendo Wii U and Switch.”</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055311"/>
                  </a:ext>
                </a:extLst>
              </a:tr>
              <a:tr h="768046">
                <a:tc>
                  <a:txBody>
                    <a:bodyPr/>
                    <a:lstStyle/>
                    <a:p>
                      <a:r>
                        <a:rPr lang="en-GB"/>
                        <a:t>User 6</a:t>
                      </a:r>
                    </a:p>
                  </a:txBody>
                  <a:tcPr/>
                </a:tc>
                <a:tc>
                  <a:txBody>
                    <a:bodyPr/>
                    <a:lstStyle/>
                    <a:p>
                      <a:pPr>
                        <a:lnSpc>
                          <a:spcPct val="115000"/>
                        </a:lnSpc>
                        <a:spcAft>
                          <a:spcPts val="800"/>
                        </a:spcAft>
                        <a:buNone/>
                      </a:pPr>
                      <a:r>
                        <a:rPr lang="en-GB" sz="1800" kern="0">
                          <a:effectLst/>
                          <a:latin typeface="Aptos" panose="020B0004020202020204" pitchFamily="34" charset="0"/>
                          <a:ea typeface="Times New Roman" panose="02020603050405020304" pitchFamily="18" charset="0"/>
                          <a:cs typeface="Calibri" panose="020F0502020204030204" pitchFamily="34" charset="0"/>
                        </a:rPr>
                        <a:t>“The level of modification available is good, but giving a tangible scale to how much the level is being modified with the sliders would be my only input.”</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9954861"/>
                  </a:ext>
                </a:extLst>
              </a:tr>
              <a:tr h="1141250">
                <a:tc>
                  <a:txBody>
                    <a:bodyPr/>
                    <a:lstStyle/>
                    <a:p>
                      <a:r>
                        <a:rPr lang="en-GB"/>
                        <a:t>User 8</a:t>
                      </a:r>
                    </a:p>
                  </a:txBody>
                  <a:tcPr/>
                </a:tc>
                <a:tc>
                  <a:txBody>
                    <a:bodyPr/>
                    <a:lstStyle/>
                    <a:p>
                      <a:r>
                        <a:rPr lang="en-GB" sz="1800" kern="1200">
                          <a:solidFill>
                            <a:schemeClr val="dk1"/>
                          </a:solidFill>
                          <a:effectLst/>
                          <a:latin typeface="+mn-lt"/>
                          <a:ea typeface="+mn-ea"/>
                          <a:cs typeface="+mn-cs"/>
                        </a:rPr>
                        <a:t>“I like that there is quite a lot of freedom with the high amount of parameters. One thing I would like to see is how much moving the sliders affects the chance blocks are spawned. For example, I didn't know how much moving the slider all the way to the left affects the tile spawn chance.”</a:t>
                      </a:r>
                      <a:endParaRPr lang="en-GB"/>
                    </a:p>
                  </a:txBody>
                  <a:tcPr/>
                </a:tc>
                <a:extLst>
                  <a:ext uri="{0D108BD9-81ED-4DB2-BD59-A6C34878D82A}">
                    <a16:rowId xmlns:a16="http://schemas.microsoft.com/office/drawing/2014/main" val="2185965639"/>
                  </a:ext>
                </a:extLst>
              </a:tr>
              <a:tr h="798875">
                <a:tc>
                  <a:txBody>
                    <a:bodyPr/>
                    <a:lstStyle/>
                    <a:p>
                      <a:r>
                        <a:rPr lang="en-GB"/>
                        <a:t>User 9</a:t>
                      </a:r>
                    </a:p>
                  </a:txBody>
                  <a:tcPr/>
                </a:tc>
                <a:tc>
                  <a:txBody>
                    <a:bodyPr/>
                    <a:lstStyle/>
                    <a:p>
                      <a:r>
                        <a:rPr lang="en-GB" sz="1800" kern="1200">
                          <a:solidFill>
                            <a:schemeClr val="dk1"/>
                          </a:solidFill>
                          <a:effectLst/>
                          <a:latin typeface="+mn-lt"/>
                          <a:ea typeface="+mn-ea"/>
                          <a:cs typeface="+mn-cs"/>
                        </a:rPr>
                        <a:t>“While the arrows can show that there are more options, having a "page count" can help a lot with understanding”</a:t>
                      </a:r>
                      <a:endParaRPr lang="en-GB"/>
                    </a:p>
                  </a:txBody>
                  <a:tcPr/>
                </a:tc>
                <a:extLst>
                  <a:ext uri="{0D108BD9-81ED-4DB2-BD59-A6C34878D82A}">
                    <a16:rowId xmlns:a16="http://schemas.microsoft.com/office/drawing/2014/main" val="3718693355"/>
                  </a:ext>
                </a:extLst>
              </a:tr>
              <a:tr h="768046">
                <a:tc>
                  <a:txBody>
                    <a:bodyPr/>
                    <a:lstStyle/>
                    <a:p>
                      <a:r>
                        <a:rPr lang="en-GB"/>
                        <a:t>User 10</a:t>
                      </a:r>
                    </a:p>
                  </a:txBody>
                  <a:tcPr/>
                </a:tc>
                <a:tc>
                  <a:txBody>
                    <a:bodyPr/>
                    <a:lstStyle/>
                    <a:p>
                      <a:pPr>
                        <a:lnSpc>
                          <a:spcPct val="115000"/>
                        </a:lnSpc>
                        <a:spcAft>
                          <a:spcPts val="800"/>
                        </a:spcAft>
                        <a:buNone/>
                      </a:pPr>
                      <a:r>
                        <a:rPr lang="en-GB" sz="1800" kern="0">
                          <a:effectLst/>
                          <a:latin typeface="Aptos" panose="020B0004020202020204" pitchFamily="34" charset="0"/>
                          <a:ea typeface="Times New Roman" panose="02020603050405020304" pitchFamily="18" charset="0"/>
                          <a:cs typeface="Calibri" panose="020F0502020204030204" pitchFamily="34" charset="0"/>
                        </a:rPr>
                        <a:t>“Adding difficulty presets (easy, medium, hard), this could save time for the player and for inexperienced players that may not know what constitutes as 'easy' in this game.”</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2765965"/>
                  </a:ext>
                </a:extLst>
              </a:tr>
              <a:tr h="768046">
                <a:tc>
                  <a:txBody>
                    <a:bodyPr/>
                    <a:lstStyle/>
                    <a:p>
                      <a:r>
                        <a:rPr lang="en-GB" sz="1800">
                          <a:latin typeface="Aptos (Body)"/>
                        </a:rPr>
                        <a:t>User 11</a:t>
                      </a:r>
                    </a:p>
                  </a:txBody>
                  <a:tcPr/>
                </a:tc>
                <a:tc>
                  <a:txBody>
                    <a:bodyPr/>
                    <a:lstStyle/>
                    <a:p>
                      <a:pPr>
                        <a:lnSpc>
                          <a:spcPct val="115000"/>
                        </a:lnSpc>
                        <a:spcAft>
                          <a:spcPts val="800"/>
                        </a:spcAft>
                        <a:buNone/>
                      </a:pPr>
                      <a:r>
                        <a:rPr lang="en-GB" sz="1800" kern="100">
                          <a:effectLst/>
                          <a:latin typeface="Aptos (Body)"/>
                          <a:ea typeface="Aptos" panose="020B0004020202020204" pitchFamily="34" charset="0"/>
                          <a:cs typeface="Times New Roman" panose="02020603050405020304" pitchFamily="18" charset="0"/>
                        </a:rPr>
                        <a:t>“</a:t>
                      </a:r>
                      <a:r>
                        <a:rPr lang="en-GB" sz="1800" b="0" i="0" kern="1200">
                          <a:solidFill>
                            <a:schemeClr val="dk1"/>
                          </a:solidFill>
                          <a:effectLst/>
                          <a:latin typeface="+mn-lt"/>
                          <a:ea typeface="+mn-ea"/>
                          <a:cs typeface="+mn-cs"/>
                        </a:rPr>
                        <a:t>Just as a concept/idea, but the ability to load previously-set parameters or play previously-generated levels from a menu”</a:t>
                      </a:r>
                      <a:endParaRPr lang="en-GB" sz="1800" kern="100">
                        <a:effectLst/>
                        <a:latin typeface="Aptos (Body)"/>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16735413"/>
                  </a:ext>
                </a:extLst>
              </a:tr>
              <a:tr h="798875">
                <a:tc>
                  <a:txBody>
                    <a:bodyPr/>
                    <a:lstStyle/>
                    <a:p>
                      <a:r>
                        <a:rPr lang="en-GB" sz="1800">
                          <a:latin typeface="Aptos (Body)"/>
                        </a:rPr>
                        <a:t>User 12</a:t>
                      </a:r>
                    </a:p>
                  </a:txBody>
                  <a:tcPr/>
                </a:tc>
                <a:tc>
                  <a:txBody>
                    <a:bodyPr/>
                    <a:lstStyle/>
                    <a:p>
                      <a:r>
                        <a:rPr lang="en-GB" sz="1800">
                          <a:latin typeface="Aptos (Body)"/>
                        </a:rPr>
                        <a:t>“</a:t>
                      </a:r>
                      <a:r>
                        <a:rPr lang="en-GB" sz="1800" b="0" i="0" kern="1200">
                          <a:solidFill>
                            <a:schemeClr val="dk1"/>
                          </a:solidFill>
                          <a:effectLst/>
                          <a:latin typeface="+mn-lt"/>
                          <a:ea typeface="+mn-ea"/>
                          <a:cs typeface="+mn-cs"/>
                        </a:rPr>
                        <a:t>Liked the large range of options, though for some, an explainer would have been nice. Like what is the difference between a hard and easy spike.”</a:t>
                      </a:r>
                      <a:endParaRPr lang="en-GB" sz="1800">
                        <a:latin typeface="Aptos (Body)"/>
                      </a:endParaRPr>
                    </a:p>
                  </a:txBody>
                  <a:tcPr/>
                </a:tc>
                <a:extLst>
                  <a:ext uri="{0D108BD9-81ED-4DB2-BD59-A6C34878D82A}">
                    <a16:rowId xmlns:a16="http://schemas.microsoft.com/office/drawing/2014/main" val="3055712696"/>
                  </a:ext>
                </a:extLst>
              </a:tr>
              <a:tr h="798875">
                <a:tc>
                  <a:txBody>
                    <a:bodyPr/>
                    <a:lstStyle/>
                    <a:p>
                      <a:r>
                        <a:rPr lang="en-GB" sz="1800">
                          <a:latin typeface="Aptos (Body)"/>
                        </a:rPr>
                        <a:t>User 13</a:t>
                      </a:r>
                    </a:p>
                  </a:txBody>
                  <a:tcPr/>
                </a:tc>
                <a:tc>
                  <a:txBody>
                    <a:bodyPr/>
                    <a:lstStyle/>
                    <a:p>
                      <a:r>
                        <a:rPr lang="en-GB" sz="1800" b="0" i="0" kern="1200">
                          <a:solidFill>
                            <a:schemeClr val="dk1"/>
                          </a:solidFill>
                          <a:effectLst/>
                          <a:latin typeface="+mn-lt"/>
                          <a:ea typeface="+mn-ea"/>
                          <a:cs typeface="+mn-cs"/>
                        </a:rPr>
                        <a:t>“The different page buttons were confusing at first because they made it seem as though there were more level parameters to modify.”</a:t>
                      </a:r>
                      <a:endParaRPr lang="en-GB" sz="1800">
                        <a:latin typeface="Aptos (Body)"/>
                      </a:endParaRPr>
                    </a:p>
                  </a:txBody>
                  <a:tcPr/>
                </a:tc>
                <a:extLst>
                  <a:ext uri="{0D108BD9-81ED-4DB2-BD59-A6C34878D82A}">
                    <a16:rowId xmlns:a16="http://schemas.microsoft.com/office/drawing/2014/main" val="144745009"/>
                  </a:ext>
                </a:extLst>
              </a:tr>
              <a:tr h="798875">
                <a:tc>
                  <a:txBody>
                    <a:bodyPr/>
                    <a:lstStyle/>
                    <a:p>
                      <a:r>
                        <a:rPr lang="en-GB" sz="1800">
                          <a:latin typeface="Aptos (Body)"/>
                        </a:rPr>
                        <a:t>User 16</a:t>
                      </a:r>
                    </a:p>
                  </a:txBody>
                  <a:tcPr/>
                </a:tc>
                <a:tc>
                  <a:txBody>
                    <a:bodyPr/>
                    <a:lstStyle/>
                    <a:p>
                      <a:r>
                        <a:rPr lang="en-GB" sz="1800" b="0" i="0" kern="1200">
                          <a:solidFill>
                            <a:schemeClr val="dk1"/>
                          </a:solidFill>
                          <a:effectLst/>
                          <a:latin typeface="+mn-lt"/>
                          <a:ea typeface="+mn-ea"/>
                          <a:cs typeface="+mn-cs"/>
                        </a:rPr>
                        <a:t>“Maybe a preview would have been nice of what a section would look like, it was nice they were in sections of each type (platform/distance etc) “</a:t>
                      </a:r>
                      <a:endParaRPr lang="en-GB" sz="1800">
                        <a:latin typeface="Aptos (Body)"/>
                      </a:endParaRPr>
                    </a:p>
                  </a:txBody>
                  <a:tcPr/>
                </a:tc>
                <a:extLst>
                  <a:ext uri="{0D108BD9-81ED-4DB2-BD59-A6C34878D82A}">
                    <a16:rowId xmlns:a16="http://schemas.microsoft.com/office/drawing/2014/main" val="935286571"/>
                  </a:ext>
                </a:extLst>
              </a:tr>
              <a:tr h="1141250">
                <a:tc>
                  <a:txBody>
                    <a:bodyPr/>
                    <a:lstStyle/>
                    <a:p>
                      <a:r>
                        <a:rPr lang="en-GB" sz="1800">
                          <a:latin typeface="Aptos (Body)"/>
                        </a:rPr>
                        <a:t>User 17</a:t>
                      </a:r>
                    </a:p>
                  </a:txBody>
                  <a:tcPr/>
                </a:tc>
                <a:tc>
                  <a:txBody>
                    <a:bodyPr/>
                    <a:lstStyle/>
                    <a:p>
                      <a:r>
                        <a:rPr lang="en-GB" sz="1800">
                          <a:latin typeface="Aptos (Body)"/>
                        </a:rPr>
                        <a:t>“</a:t>
                      </a:r>
                      <a:r>
                        <a:rPr lang="en-GB" sz="1800" b="0" i="0" kern="1200">
                          <a:solidFill>
                            <a:schemeClr val="dk1"/>
                          </a:solidFill>
                          <a:effectLst/>
                          <a:latin typeface="+mn-lt"/>
                          <a:ea typeface="+mn-ea"/>
                          <a:cs typeface="+mn-cs"/>
                        </a:rPr>
                        <a:t>I appreciated that your were able to modify the level parameters in a way that was quick and easy although personally it wasn't clear to what extent the some sliders were modifying the level compared to other sliders.”</a:t>
                      </a:r>
                      <a:endParaRPr lang="en-GB" sz="1800">
                        <a:latin typeface="Aptos (Body)"/>
                      </a:endParaRPr>
                    </a:p>
                  </a:txBody>
                  <a:tcPr/>
                </a:tc>
                <a:extLst>
                  <a:ext uri="{0D108BD9-81ED-4DB2-BD59-A6C34878D82A}">
                    <a16:rowId xmlns:a16="http://schemas.microsoft.com/office/drawing/2014/main" val="1699730062"/>
                  </a:ext>
                </a:extLst>
              </a:tr>
              <a:tr h="798875">
                <a:tc>
                  <a:txBody>
                    <a:bodyPr/>
                    <a:lstStyle/>
                    <a:p>
                      <a:r>
                        <a:rPr lang="en-GB" sz="1800">
                          <a:latin typeface="Aptos (Body)"/>
                        </a:rPr>
                        <a:t>User 18</a:t>
                      </a:r>
                    </a:p>
                  </a:txBody>
                  <a:tcPr/>
                </a:tc>
                <a:tc>
                  <a:txBody>
                    <a:bodyPr/>
                    <a:lstStyle/>
                    <a:p>
                      <a:r>
                        <a:rPr lang="en-GB" sz="1800" b="0" i="0" kern="1200">
                          <a:solidFill>
                            <a:schemeClr val="dk1"/>
                          </a:solidFill>
                          <a:effectLst/>
                          <a:latin typeface="+mn-lt"/>
                          <a:ea typeface="+mn-ea"/>
                          <a:cs typeface="+mn-cs"/>
                        </a:rPr>
                        <a:t>“It would be nice to see the values of the sliders, whether they be real values or percentages, and to give some indication on how each thing may affect difficulty level”</a:t>
                      </a:r>
                      <a:endParaRPr lang="en-GB" sz="1800">
                        <a:latin typeface="Aptos (Body)"/>
                      </a:endParaRPr>
                    </a:p>
                  </a:txBody>
                  <a:tcPr/>
                </a:tc>
                <a:extLst>
                  <a:ext uri="{0D108BD9-81ED-4DB2-BD59-A6C34878D82A}">
                    <a16:rowId xmlns:a16="http://schemas.microsoft.com/office/drawing/2014/main" val="3161770556"/>
                  </a:ext>
                </a:extLst>
              </a:tr>
            </a:tbl>
          </a:graphicData>
        </a:graphic>
      </p:graphicFrame>
    </p:spTree>
    <p:extLst>
      <p:ext uri="{BB962C8B-B14F-4D97-AF65-F5344CB8AC3E}">
        <p14:creationId xmlns:p14="http://schemas.microsoft.com/office/powerpoint/2010/main" val="1107764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339FA-2A05-26DB-AE9D-2DDCA6C935E7}"/>
              </a:ext>
            </a:extLst>
          </p:cNvPr>
          <p:cNvSpPr>
            <a:spLocks noGrp="1"/>
          </p:cNvSpPr>
          <p:nvPr>
            <p:ph type="title"/>
          </p:nvPr>
        </p:nvSpPr>
        <p:spPr/>
        <p:txBody>
          <a:bodyPr/>
          <a:lstStyle/>
          <a:p>
            <a:endParaRPr lang="en-GB"/>
          </a:p>
        </p:txBody>
      </p:sp>
      <p:graphicFrame>
        <p:nvGraphicFramePr>
          <p:cNvPr id="5" name="Content Placeholder 4">
            <a:extLst>
              <a:ext uri="{FF2B5EF4-FFF2-40B4-BE49-F238E27FC236}">
                <a16:creationId xmlns:a16="http://schemas.microsoft.com/office/drawing/2014/main" id="{46617D20-48FE-5525-2BB9-80CF621D5C75}"/>
              </a:ext>
            </a:extLst>
          </p:cNvPr>
          <p:cNvGraphicFramePr>
            <a:graphicFrameLocks noGrp="1"/>
          </p:cNvGraphicFramePr>
          <p:nvPr>
            <p:ph idx="1"/>
            <p:extLst>
              <p:ext uri="{D42A27DB-BD31-4B8C-83A1-F6EECF244321}">
                <p14:modId xmlns:p14="http://schemas.microsoft.com/office/powerpoint/2010/main" val="291474188"/>
              </p:ext>
            </p:extLst>
          </p:nvPr>
        </p:nvGraphicFramePr>
        <p:xfrm>
          <a:off x="-1843314" y="-1219200"/>
          <a:ext cx="16981715" cy="10058391"/>
        </p:xfrm>
        <a:graphic>
          <a:graphicData uri="http://schemas.openxmlformats.org/drawingml/2006/table">
            <a:tbl>
              <a:tblPr firstRow="1" bandRow="1">
                <a:tableStyleId>{5C22544A-7EE6-4342-B048-85BDC9FD1C3A}</a:tableStyleId>
              </a:tblPr>
              <a:tblGrid>
                <a:gridCol w="2132586">
                  <a:extLst>
                    <a:ext uri="{9D8B030D-6E8A-4147-A177-3AD203B41FA5}">
                      <a16:colId xmlns:a16="http://schemas.microsoft.com/office/drawing/2014/main" val="3923429519"/>
                    </a:ext>
                  </a:extLst>
                </a:gridCol>
                <a:gridCol w="1670892">
                  <a:extLst>
                    <a:ext uri="{9D8B030D-6E8A-4147-A177-3AD203B41FA5}">
                      <a16:colId xmlns:a16="http://schemas.microsoft.com/office/drawing/2014/main" val="2408184438"/>
                    </a:ext>
                  </a:extLst>
                </a:gridCol>
                <a:gridCol w="2403740">
                  <a:extLst>
                    <a:ext uri="{9D8B030D-6E8A-4147-A177-3AD203B41FA5}">
                      <a16:colId xmlns:a16="http://schemas.microsoft.com/office/drawing/2014/main" val="40302271"/>
                    </a:ext>
                  </a:extLst>
                </a:gridCol>
                <a:gridCol w="2784820">
                  <a:extLst>
                    <a:ext uri="{9D8B030D-6E8A-4147-A177-3AD203B41FA5}">
                      <a16:colId xmlns:a16="http://schemas.microsoft.com/office/drawing/2014/main" val="1203909474"/>
                    </a:ext>
                  </a:extLst>
                </a:gridCol>
                <a:gridCol w="1430702">
                  <a:extLst>
                    <a:ext uri="{9D8B030D-6E8A-4147-A177-3AD203B41FA5}">
                      <a16:colId xmlns:a16="http://schemas.microsoft.com/office/drawing/2014/main" val="3389875788"/>
                    </a:ext>
                  </a:extLst>
                </a:gridCol>
                <a:gridCol w="3813940">
                  <a:extLst>
                    <a:ext uri="{9D8B030D-6E8A-4147-A177-3AD203B41FA5}">
                      <a16:colId xmlns:a16="http://schemas.microsoft.com/office/drawing/2014/main" val="3369777738"/>
                    </a:ext>
                  </a:extLst>
                </a:gridCol>
                <a:gridCol w="2745035">
                  <a:extLst>
                    <a:ext uri="{9D8B030D-6E8A-4147-A177-3AD203B41FA5}">
                      <a16:colId xmlns:a16="http://schemas.microsoft.com/office/drawing/2014/main" val="62773945"/>
                    </a:ext>
                  </a:extLst>
                </a:gridCol>
              </a:tblGrid>
              <a:tr h="529389">
                <a:tc>
                  <a:txBody>
                    <a:bodyPr/>
                    <a:lstStyle/>
                    <a:p>
                      <a:r>
                        <a:rPr lang="en-GB"/>
                        <a:t>User</a:t>
                      </a:r>
                    </a:p>
                  </a:txBody>
                  <a:tcPr/>
                </a:tc>
                <a:tc>
                  <a:txBody>
                    <a:bodyPr/>
                    <a:lstStyle/>
                    <a:p>
                      <a:r>
                        <a:rPr lang="en-GB"/>
                        <a:t>Score</a:t>
                      </a:r>
                    </a:p>
                  </a:txBody>
                  <a:tcPr/>
                </a:tc>
                <a:tc>
                  <a:txBody>
                    <a:bodyPr/>
                    <a:lstStyle/>
                    <a:p>
                      <a:r>
                        <a:rPr lang="en-GB"/>
                        <a:t>Deaths</a:t>
                      </a:r>
                    </a:p>
                  </a:txBody>
                  <a:tcPr/>
                </a:tc>
                <a:tc>
                  <a:txBody>
                    <a:bodyPr/>
                    <a:lstStyle/>
                    <a:p>
                      <a:r>
                        <a:rPr lang="en-GB"/>
                        <a:t>Coins</a:t>
                      </a:r>
                    </a:p>
                  </a:txBody>
                  <a:tcPr/>
                </a:tc>
                <a:tc>
                  <a:txBody>
                    <a:bodyPr/>
                    <a:lstStyle/>
                    <a:p>
                      <a:r>
                        <a:rPr lang="en-GB"/>
                        <a:t>Time</a:t>
                      </a:r>
                    </a:p>
                  </a:txBody>
                  <a:tcPr/>
                </a:tc>
                <a:tc>
                  <a:txBody>
                    <a:bodyPr/>
                    <a:lstStyle/>
                    <a:p>
                      <a:r>
                        <a:rPr lang="en-GB"/>
                        <a:t>Coin Bonus</a:t>
                      </a:r>
                    </a:p>
                  </a:txBody>
                  <a:tcPr/>
                </a:tc>
                <a:tc>
                  <a:txBody>
                    <a:bodyPr/>
                    <a:lstStyle/>
                    <a:p>
                      <a:r>
                        <a:rPr lang="en-GB"/>
                        <a:t>Final Score</a:t>
                      </a:r>
                    </a:p>
                  </a:txBody>
                  <a:tcPr/>
                </a:tc>
                <a:extLst>
                  <a:ext uri="{0D108BD9-81ED-4DB2-BD59-A6C34878D82A}">
                    <a16:rowId xmlns:a16="http://schemas.microsoft.com/office/drawing/2014/main" val="1043627851"/>
                  </a:ext>
                </a:extLst>
              </a:tr>
              <a:tr h="529389">
                <a:tc>
                  <a:txBody>
                    <a:bodyPr/>
                    <a:lstStyle/>
                    <a:p>
                      <a:r>
                        <a:rPr lang="en-GB"/>
                        <a:t>User 1</a:t>
                      </a:r>
                    </a:p>
                  </a:txBody>
                  <a:tcPr/>
                </a:tc>
                <a:tc>
                  <a:txBody>
                    <a:bodyPr/>
                    <a:lstStyle/>
                    <a:p>
                      <a:r>
                        <a:rPr lang="en-GB"/>
                        <a:t>52000</a:t>
                      </a:r>
                    </a:p>
                  </a:txBody>
                  <a:tcPr/>
                </a:tc>
                <a:tc>
                  <a:txBody>
                    <a:bodyPr/>
                    <a:lstStyle/>
                    <a:p>
                      <a:r>
                        <a:rPr lang="en-GB"/>
                        <a:t>0</a:t>
                      </a:r>
                    </a:p>
                  </a:txBody>
                  <a:tcPr/>
                </a:tc>
                <a:tc>
                  <a:txBody>
                    <a:bodyPr/>
                    <a:lstStyle/>
                    <a:p>
                      <a:r>
                        <a:rPr lang="en-GB"/>
                        <a:t>470</a:t>
                      </a:r>
                    </a:p>
                  </a:txBody>
                  <a:tcPr/>
                </a:tc>
                <a:tc>
                  <a:txBody>
                    <a:bodyPr/>
                    <a:lstStyle/>
                    <a:p>
                      <a:r>
                        <a:rPr lang="en-GB"/>
                        <a:t>04:46</a:t>
                      </a:r>
                    </a:p>
                  </a:txBody>
                  <a:tcPr/>
                </a:tc>
                <a:tc>
                  <a:txBody>
                    <a:bodyPr/>
                    <a:lstStyle/>
                    <a:p>
                      <a:r>
                        <a:rPr lang="en-GB"/>
                        <a:t>4700</a:t>
                      </a:r>
                    </a:p>
                  </a:txBody>
                  <a:tcPr/>
                </a:tc>
                <a:tc>
                  <a:txBody>
                    <a:bodyPr/>
                    <a:lstStyle/>
                    <a:p>
                      <a:r>
                        <a:rPr lang="en-GB"/>
                        <a:t>56700</a:t>
                      </a:r>
                    </a:p>
                  </a:txBody>
                  <a:tcPr/>
                </a:tc>
                <a:extLst>
                  <a:ext uri="{0D108BD9-81ED-4DB2-BD59-A6C34878D82A}">
                    <a16:rowId xmlns:a16="http://schemas.microsoft.com/office/drawing/2014/main" val="70156651"/>
                  </a:ext>
                </a:extLst>
              </a:tr>
              <a:tr h="529389">
                <a:tc>
                  <a:txBody>
                    <a:bodyPr/>
                    <a:lstStyle/>
                    <a:p>
                      <a:r>
                        <a:rPr lang="en-GB"/>
                        <a:t>User 2</a:t>
                      </a:r>
                    </a:p>
                  </a:txBody>
                  <a:tcPr/>
                </a:tc>
                <a:tc>
                  <a:txBody>
                    <a:bodyPr/>
                    <a:lstStyle/>
                    <a:p>
                      <a:r>
                        <a:rPr lang="en-GB"/>
                        <a:t>38400</a:t>
                      </a:r>
                    </a:p>
                  </a:txBody>
                  <a:tcPr/>
                </a:tc>
                <a:tc>
                  <a:txBody>
                    <a:bodyPr/>
                    <a:lstStyle/>
                    <a:p>
                      <a:r>
                        <a:rPr lang="en-GB"/>
                        <a:t>1</a:t>
                      </a:r>
                    </a:p>
                  </a:txBody>
                  <a:tcPr/>
                </a:tc>
                <a:tc>
                  <a:txBody>
                    <a:bodyPr/>
                    <a:lstStyle/>
                    <a:p>
                      <a:r>
                        <a:rPr lang="en-GB"/>
                        <a:t>334</a:t>
                      </a:r>
                    </a:p>
                  </a:txBody>
                  <a:tcPr/>
                </a:tc>
                <a:tc>
                  <a:txBody>
                    <a:bodyPr/>
                    <a:lstStyle/>
                    <a:p>
                      <a:r>
                        <a:rPr lang="en-GB"/>
                        <a:t>05:16</a:t>
                      </a:r>
                    </a:p>
                  </a:txBody>
                  <a:tcPr/>
                </a:tc>
                <a:tc>
                  <a:txBody>
                    <a:bodyPr/>
                    <a:lstStyle/>
                    <a:p>
                      <a:r>
                        <a:rPr lang="en-GB"/>
                        <a:t>3340</a:t>
                      </a:r>
                    </a:p>
                  </a:txBody>
                  <a:tcPr/>
                </a:tc>
                <a:tc>
                  <a:txBody>
                    <a:bodyPr/>
                    <a:lstStyle/>
                    <a:p>
                      <a:r>
                        <a:rPr lang="en-GB"/>
                        <a:t>41740</a:t>
                      </a:r>
                    </a:p>
                  </a:txBody>
                  <a:tcPr/>
                </a:tc>
                <a:extLst>
                  <a:ext uri="{0D108BD9-81ED-4DB2-BD59-A6C34878D82A}">
                    <a16:rowId xmlns:a16="http://schemas.microsoft.com/office/drawing/2014/main" val="724284413"/>
                  </a:ext>
                </a:extLst>
              </a:tr>
              <a:tr h="529389">
                <a:tc>
                  <a:txBody>
                    <a:bodyPr/>
                    <a:lstStyle/>
                    <a:p>
                      <a:r>
                        <a:rPr lang="en-GB"/>
                        <a:t>User 3</a:t>
                      </a:r>
                    </a:p>
                  </a:txBody>
                  <a:tcPr/>
                </a:tc>
                <a:tc>
                  <a:txBody>
                    <a:bodyPr/>
                    <a:lstStyle/>
                    <a:p>
                      <a:r>
                        <a:rPr lang="en-GB"/>
                        <a:t>17800</a:t>
                      </a:r>
                    </a:p>
                  </a:txBody>
                  <a:tcPr/>
                </a:tc>
                <a:tc>
                  <a:txBody>
                    <a:bodyPr/>
                    <a:lstStyle/>
                    <a:p>
                      <a:r>
                        <a:rPr lang="en-GB"/>
                        <a:t>2</a:t>
                      </a:r>
                    </a:p>
                  </a:txBody>
                  <a:tcPr/>
                </a:tc>
                <a:tc>
                  <a:txBody>
                    <a:bodyPr/>
                    <a:lstStyle/>
                    <a:p>
                      <a:r>
                        <a:rPr lang="en-GB"/>
                        <a:t>188</a:t>
                      </a:r>
                    </a:p>
                  </a:txBody>
                  <a:tcPr/>
                </a:tc>
                <a:tc>
                  <a:txBody>
                    <a:bodyPr/>
                    <a:lstStyle/>
                    <a:p>
                      <a:r>
                        <a:rPr lang="en-GB"/>
                        <a:t>02:52</a:t>
                      </a:r>
                    </a:p>
                  </a:txBody>
                  <a:tcPr/>
                </a:tc>
                <a:tc>
                  <a:txBody>
                    <a:bodyPr/>
                    <a:lstStyle/>
                    <a:p>
                      <a:r>
                        <a:rPr lang="en-GB"/>
                        <a:t>1880</a:t>
                      </a:r>
                    </a:p>
                  </a:txBody>
                  <a:tcPr/>
                </a:tc>
                <a:tc>
                  <a:txBody>
                    <a:bodyPr/>
                    <a:lstStyle/>
                    <a:p>
                      <a:r>
                        <a:rPr lang="en-GB"/>
                        <a:t>19680</a:t>
                      </a:r>
                    </a:p>
                  </a:txBody>
                  <a:tcPr/>
                </a:tc>
                <a:extLst>
                  <a:ext uri="{0D108BD9-81ED-4DB2-BD59-A6C34878D82A}">
                    <a16:rowId xmlns:a16="http://schemas.microsoft.com/office/drawing/2014/main" val="1959004634"/>
                  </a:ext>
                </a:extLst>
              </a:tr>
              <a:tr h="529389">
                <a:tc>
                  <a:txBody>
                    <a:bodyPr/>
                    <a:lstStyle/>
                    <a:p>
                      <a:r>
                        <a:rPr lang="en-GB"/>
                        <a:t>User 4</a:t>
                      </a:r>
                    </a:p>
                  </a:txBody>
                  <a:tcPr/>
                </a:tc>
                <a:tc>
                  <a:txBody>
                    <a:bodyPr/>
                    <a:lstStyle/>
                    <a:p>
                      <a:r>
                        <a:rPr lang="en-GB"/>
                        <a:t>10500</a:t>
                      </a:r>
                    </a:p>
                  </a:txBody>
                  <a:tcPr/>
                </a:tc>
                <a:tc>
                  <a:txBody>
                    <a:bodyPr/>
                    <a:lstStyle/>
                    <a:p>
                      <a:r>
                        <a:rPr lang="en-GB"/>
                        <a:t>2</a:t>
                      </a:r>
                    </a:p>
                  </a:txBody>
                  <a:tcPr/>
                </a:tc>
                <a:tc>
                  <a:txBody>
                    <a:bodyPr/>
                    <a:lstStyle/>
                    <a:p>
                      <a:r>
                        <a:rPr lang="en-GB"/>
                        <a:t>115</a:t>
                      </a:r>
                    </a:p>
                  </a:txBody>
                  <a:tcPr/>
                </a:tc>
                <a:tc>
                  <a:txBody>
                    <a:bodyPr/>
                    <a:lstStyle/>
                    <a:p>
                      <a:r>
                        <a:rPr lang="en-GB"/>
                        <a:t>03:12</a:t>
                      </a:r>
                    </a:p>
                  </a:txBody>
                  <a:tcPr/>
                </a:tc>
                <a:tc>
                  <a:txBody>
                    <a:bodyPr/>
                    <a:lstStyle/>
                    <a:p>
                      <a:r>
                        <a:rPr lang="en-GB"/>
                        <a:t>1150</a:t>
                      </a:r>
                    </a:p>
                  </a:txBody>
                  <a:tcPr/>
                </a:tc>
                <a:tc>
                  <a:txBody>
                    <a:bodyPr/>
                    <a:lstStyle/>
                    <a:p>
                      <a:r>
                        <a:rPr lang="en-GB"/>
                        <a:t>11650</a:t>
                      </a:r>
                    </a:p>
                  </a:txBody>
                  <a:tcPr/>
                </a:tc>
                <a:extLst>
                  <a:ext uri="{0D108BD9-81ED-4DB2-BD59-A6C34878D82A}">
                    <a16:rowId xmlns:a16="http://schemas.microsoft.com/office/drawing/2014/main" val="1893790534"/>
                  </a:ext>
                </a:extLst>
              </a:tr>
              <a:tr h="529389">
                <a:tc>
                  <a:txBody>
                    <a:bodyPr/>
                    <a:lstStyle/>
                    <a:p>
                      <a:r>
                        <a:rPr lang="en-GB"/>
                        <a:t>User 5</a:t>
                      </a:r>
                    </a:p>
                  </a:txBody>
                  <a:tcPr/>
                </a:tc>
                <a:tc>
                  <a:txBody>
                    <a:bodyPr/>
                    <a:lstStyle/>
                    <a:p>
                      <a:r>
                        <a:rPr lang="en-GB"/>
                        <a:t>22700</a:t>
                      </a:r>
                    </a:p>
                  </a:txBody>
                  <a:tcPr/>
                </a:tc>
                <a:tc>
                  <a:txBody>
                    <a:bodyPr/>
                    <a:lstStyle/>
                    <a:p>
                      <a:r>
                        <a:rPr lang="en-GB"/>
                        <a:t>2</a:t>
                      </a:r>
                    </a:p>
                  </a:txBody>
                  <a:tcPr/>
                </a:tc>
                <a:tc>
                  <a:txBody>
                    <a:bodyPr/>
                    <a:lstStyle/>
                    <a:p>
                      <a:r>
                        <a:rPr lang="en-GB"/>
                        <a:t>177</a:t>
                      </a:r>
                    </a:p>
                  </a:txBody>
                  <a:tcPr/>
                </a:tc>
                <a:tc>
                  <a:txBody>
                    <a:bodyPr/>
                    <a:lstStyle/>
                    <a:p>
                      <a:r>
                        <a:rPr lang="en-GB"/>
                        <a:t>04:39</a:t>
                      </a:r>
                    </a:p>
                  </a:txBody>
                  <a:tcPr/>
                </a:tc>
                <a:tc>
                  <a:txBody>
                    <a:bodyPr/>
                    <a:lstStyle/>
                    <a:p>
                      <a:r>
                        <a:rPr lang="en-GB"/>
                        <a:t>1770</a:t>
                      </a:r>
                    </a:p>
                  </a:txBody>
                  <a:tcPr/>
                </a:tc>
                <a:tc>
                  <a:txBody>
                    <a:bodyPr/>
                    <a:lstStyle/>
                    <a:p>
                      <a:r>
                        <a:rPr lang="en-GB"/>
                        <a:t>24470</a:t>
                      </a:r>
                    </a:p>
                  </a:txBody>
                  <a:tcPr/>
                </a:tc>
                <a:extLst>
                  <a:ext uri="{0D108BD9-81ED-4DB2-BD59-A6C34878D82A}">
                    <a16:rowId xmlns:a16="http://schemas.microsoft.com/office/drawing/2014/main" val="3062406837"/>
                  </a:ext>
                </a:extLst>
              </a:tr>
              <a:tr h="5293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User 6 </a:t>
                      </a:r>
                    </a:p>
                  </a:txBody>
                  <a:tcPr/>
                </a:tc>
                <a:tc>
                  <a:txBody>
                    <a:bodyPr/>
                    <a:lstStyle/>
                    <a:p>
                      <a:r>
                        <a:rPr lang="en-GB"/>
                        <a:t>34600</a:t>
                      </a:r>
                    </a:p>
                  </a:txBody>
                  <a:tcPr/>
                </a:tc>
                <a:tc>
                  <a:txBody>
                    <a:bodyPr/>
                    <a:lstStyle/>
                    <a:p>
                      <a:r>
                        <a:rPr lang="en-GB"/>
                        <a:t>3</a:t>
                      </a:r>
                    </a:p>
                  </a:txBody>
                  <a:tcPr/>
                </a:tc>
                <a:tc>
                  <a:txBody>
                    <a:bodyPr/>
                    <a:lstStyle/>
                    <a:p>
                      <a:r>
                        <a:rPr lang="en-GB"/>
                        <a:t>367</a:t>
                      </a:r>
                    </a:p>
                  </a:txBody>
                  <a:tcPr/>
                </a:tc>
                <a:tc>
                  <a:txBody>
                    <a:bodyPr/>
                    <a:lstStyle/>
                    <a:p>
                      <a:r>
                        <a:rPr lang="en-GB"/>
                        <a:t>06:30</a:t>
                      </a:r>
                    </a:p>
                  </a:txBody>
                  <a:tcPr/>
                </a:tc>
                <a:tc>
                  <a:txBody>
                    <a:bodyPr/>
                    <a:lstStyle/>
                    <a:p>
                      <a:r>
                        <a:rPr lang="en-GB"/>
                        <a:t>3670</a:t>
                      </a:r>
                    </a:p>
                  </a:txBody>
                  <a:tcPr/>
                </a:tc>
                <a:tc>
                  <a:txBody>
                    <a:bodyPr/>
                    <a:lstStyle/>
                    <a:p>
                      <a:r>
                        <a:rPr lang="en-GB"/>
                        <a:t>38270</a:t>
                      </a:r>
                    </a:p>
                  </a:txBody>
                  <a:tcPr/>
                </a:tc>
                <a:extLst>
                  <a:ext uri="{0D108BD9-81ED-4DB2-BD59-A6C34878D82A}">
                    <a16:rowId xmlns:a16="http://schemas.microsoft.com/office/drawing/2014/main" val="650372932"/>
                  </a:ext>
                </a:extLst>
              </a:tr>
              <a:tr h="5293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User 7</a:t>
                      </a:r>
                    </a:p>
                  </a:txBody>
                  <a:tcPr/>
                </a:tc>
                <a:tc>
                  <a:txBody>
                    <a:bodyPr/>
                    <a:lstStyle/>
                    <a:p>
                      <a:r>
                        <a:rPr lang="en-GB"/>
                        <a:t>11200</a:t>
                      </a:r>
                    </a:p>
                  </a:txBody>
                  <a:tcPr/>
                </a:tc>
                <a:tc>
                  <a:txBody>
                    <a:bodyPr/>
                    <a:lstStyle/>
                    <a:p>
                      <a:r>
                        <a:rPr lang="en-GB"/>
                        <a:t>1</a:t>
                      </a:r>
                    </a:p>
                  </a:txBody>
                  <a:tcPr/>
                </a:tc>
                <a:tc>
                  <a:txBody>
                    <a:bodyPr/>
                    <a:lstStyle/>
                    <a:p>
                      <a:r>
                        <a:rPr lang="en-GB"/>
                        <a:t>92</a:t>
                      </a:r>
                    </a:p>
                  </a:txBody>
                  <a:tcPr/>
                </a:tc>
                <a:tc>
                  <a:txBody>
                    <a:bodyPr/>
                    <a:lstStyle/>
                    <a:p>
                      <a:r>
                        <a:rPr lang="en-GB"/>
                        <a:t>02:15</a:t>
                      </a:r>
                    </a:p>
                  </a:txBody>
                  <a:tcPr/>
                </a:tc>
                <a:tc>
                  <a:txBody>
                    <a:bodyPr/>
                    <a:lstStyle/>
                    <a:p>
                      <a:r>
                        <a:rPr lang="en-GB"/>
                        <a:t>920</a:t>
                      </a:r>
                    </a:p>
                  </a:txBody>
                  <a:tcPr/>
                </a:tc>
                <a:tc>
                  <a:txBody>
                    <a:bodyPr/>
                    <a:lstStyle/>
                    <a:p>
                      <a:r>
                        <a:rPr lang="en-GB"/>
                        <a:t>12120</a:t>
                      </a:r>
                    </a:p>
                  </a:txBody>
                  <a:tcPr/>
                </a:tc>
                <a:extLst>
                  <a:ext uri="{0D108BD9-81ED-4DB2-BD59-A6C34878D82A}">
                    <a16:rowId xmlns:a16="http://schemas.microsoft.com/office/drawing/2014/main" val="3620894370"/>
                  </a:ext>
                </a:extLst>
              </a:tr>
              <a:tr h="529389">
                <a:tc>
                  <a:txBody>
                    <a:bodyPr/>
                    <a:lstStyle/>
                    <a:p>
                      <a:r>
                        <a:rPr lang="en-GB"/>
                        <a:t>User 8</a:t>
                      </a:r>
                    </a:p>
                  </a:txBody>
                  <a:tcPr/>
                </a:tc>
                <a:tc>
                  <a:txBody>
                    <a:bodyPr/>
                    <a:lstStyle/>
                    <a:p>
                      <a:r>
                        <a:rPr lang="en-GB"/>
                        <a:t>1000</a:t>
                      </a:r>
                    </a:p>
                  </a:txBody>
                  <a:tcPr/>
                </a:tc>
                <a:tc>
                  <a:txBody>
                    <a:bodyPr/>
                    <a:lstStyle/>
                    <a:p>
                      <a:r>
                        <a:rPr lang="en-GB"/>
                        <a:t>3</a:t>
                      </a:r>
                    </a:p>
                  </a:txBody>
                  <a:tcPr/>
                </a:tc>
                <a:tc>
                  <a:txBody>
                    <a:bodyPr/>
                    <a:lstStyle/>
                    <a:p>
                      <a:r>
                        <a:rPr lang="en-GB"/>
                        <a:t>0</a:t>
                      </a:r>
                    </a:p>
                  </a:txBody>
                  <a:tcPr/>
                </a:tc>
                <a:tc>
                  <a:txBody>
                    <a:bodyPr/>
                    <a:lstStyle/>
                    <a:p>
                      <a:r>
                        <a:rPr lang="en-GB"/>
                        <a:t>01:54</a:t>
                      </a:r>
                    </a:p>
                  </a:txBody>
                  <a:tcPr/>
                </a:tc>
                <a:tc>
                  <a:txBody>
                    <a:bodyPr/>
                    <a:lstStyle/>
                    <a:p>
                      <a:r>
                        <a:rPr lang="en-GB"/>
                        <a:t>0</a:t>
                      </a:r>
                    </a:p>
                  </a:txBody>
                  <a:tcPr/>
                </a:tc>
                <a:tc>
                  <a:txBody>
                    <a:bodyPr/>
                    <a:lstStyle/>
                    <a:p>
                      <a:r>
                        <a:rPr lang="en-GB"/>
                        <a:t>1000</a:t>
                      </a:r>
                    </a:p>
                  </a:txBody>
                  <a:tcPr/>
                </a:tc>
                <a:extLst>
                  <a:ext uri="{0D108BD9-81ED-4DB2-BD59-A6C34878D82A}">
                    <a16:rowId xmlns:a16="http://schemas.microsoft.com/office/drawing/2014/main" val="3539103294"/>
                  </a:ext>
                </a:extLst>
              </a:tr>
              <a:tr h="529389">
                <a:tc>
                  <a:txBody>
                    <a:bodyPr/>
                    <a:lstStyle/>
                    <a:p>
                      <a:r>
                        <a:rPr lang="en-GB"/>
                        <a:t>User 9 </a:t>
                      </a:r>
                    </a:p>
                  </a:txBody>
                  <a:tcPr/>
                </a:tc>
                <a:tc>
                  <a:txBody>
                    <a:bodyPr/>
                    <a:lstStyle/>
                    <a:p>
                      <a:r>
                        <a:rPr lang="en-GB"/>
                        <a:t>20100</a:t>
                      </a:r>
                    </a:p>
                  </a:txBody>
                  <a:tcPr/>
                </a:tc>
                <a:tc>
                  <a:txBody>
                    <a:bodyPr/>
                    <a:lstStyle/>
                    <a:p>
                      <a:r>
                        <a:rPr lang="en-GB"/>
                        <a:t>0</a:t>
                      </a:r>
                    </a:p>
                  </a:txBody>
                  <a:tcPr/>
                </a:tc>
                <a:tc>
                  <a:txBody>
                    <a:bodyPr/>
                    <a:lstStyle/>
                    <a:p>
                      <a:r>
                        <a:rPr lang="en-GB"/>
                        <a:t>181</a:t>
                      </a:r>
                    </a:p>
                  </a:txBody>
                  <a:tcPr/>
                </a:tc>
                <a:tc>
                  <a:txBody>
                    <a:bodyPr/>
                    <a:lstStyle/>
                    <a:p>
                      <a:r>
                        <a:rPr lang="en-GB"/>
                        <a:t>02:15</a:t>
                      </a:r>
                    </a:p>
                  </a:txBody>
                  <a:tcPr/>
                </a:tc>
                <a:tc>
                  <a:txBody>
                    <a:bodyPr/>
                    <a:lstStyle/>
                    <a:p>
                      <a:r>
                        <a:rPr lang="en-GB"/>
                        <a:t>1810</a:t>
                      </a:r>
                    </a:p>
                  </a:txBody>
                  <a:tcPr/>
                </a:tc>
                <a:tc>
                  <a:txBody>
                    <a:bodyPr/>
                    <a:lstStyle/>
                    <a:p>
                      <a:r>
                        <a:rPr lang="en-GB"/>
                        <a:t>21910</a:t>
                      </a:r>
                    </a:p>
                  </a:txBody>
                  <a:tcPr/>
                </a:tc>
                <a:extLst>
                  <a:ext uri="{0D108BD9-81ED-4DB2-BD59-A6C34878D82A}">
                    <a16:rowId xmlns:a16="http://schemas.microsoft.com/office/drawing/2014/main" val="2877371087"/>
                  </a:ext>
                </a:extLst>
              </a:tr>
              <a:tr h="529389">
                <a:tc>
                  <a:txBody>
                    <a:bodyPr/>
                    <a:lstStyle/>
                    <a:p>
                      <a:r>
                        <a:rPr lang="en-GB"/>
                        <a:t>User 10</a:t>
                      </a:r>
                    </a:p>
                  </a:txBody>
                  <a:tcPr/>
                </a:tc>
                <a:tc>
                  <a:txBody>
                    <a:bodyPr/>
                    <a:lstStyle/>
                    <a:p>
                      <a:r>
                        <a:rPr lang="en-GB"/>
                        <a:t>9400</a:t>
                      </a:r>
                    </a:p>
                  </a:txBody>
                  <a:tcPr/>
                </a:tc>
                <a:tc>
                  <a:txBody>
                    <a:bodyPr/>
                    <a:lstStyle/>
                    <a:p>
                      <a:r>
                        <a:rPr lang="en-GB"/>
                        <a:t>3</a:t>
                      </a:r>
                    </a:p>
                  </a:txBody>
                  <a:tcPr/>
                </a:tc>
                <a:tc>
                  <a:txBody>
                    <a:bodyPr/>
                    <a:lstStyle/>
                    <a:p>
                      <a:r>
                        <a:rPr lang="en-GB"/>
                        <a:t>110</a:t>
                      </a:r>
                    </a:p>
                  </a:txBody>
                  <a:tcPr/>
                </a:tc>
                <a:tc>
                  <a:txBody>
                    <a:bodyPr/>
                    <a:lstStyle/>
                    <a:p>
                      <a:r>
                        <a:rPr lang="en-GB"/>
                        <a:t>04:52</a:t>
                      </a:r>
                    </a:p>
                  </a:txBody>
                  <a:tcPr/>
                </a:tc>
                <a:tc>
                  <a:txBody>
                    <a:bodyPr/>
                    <a:lstStyle/>
                    <a:p>
                      <a:r>
                        <a:rPr lang="en-GB"/>
                        <a:t>1100</a:t>
                      </a:r>
                    </a:p>
                  </a:txBody>
                  <a:tcPr/>
                </a:tc>
                <a:tc>
                  <a:txBody>
                    <a:bodyPr/>
                    <a:lstStyle/>
                    <a:p>
                      <a:r>
                        <a:rPr lang="en-GB"/>
                        <a:t>10500</a:t>
                      </a:r>
                    </a:p>
                  </a:txBody>
                  <a:tcPr/>
                </a:tc>
                <a:extLst>
                  <a:ext uri="{0D108BD9-81ED-4DB2-BD59-A6C34878D82A}">
                    <a16:rowId xmlns:a16="http://schemas.microsoft.com/office/drawing/2014/main" val="172754173"/>
                  </a:ext>
                </a:extLst>
              </a:tr>
              <a:tr h="529389">
                <a:tc>
                  <a:txBody>
                    <a:bodyPr/>
                    <a:lstStyle/>
                    <a:p>
                      <a:r>
                        <a:rPr lang="en-GB"/>
                        <a:t>User 11</a:t>
                      </a:r>
                    </a:p>
                  </a:txBody>
                  <a:tcPr/>
                </a:tc>
                <a:tc>
                  <a:txBody>
                    <a:bodyPr/>
                    <a:lstStyle/>
                    <a:p>
                      <a:r>
                        <a:rPr lang="en-GB"/>
                        <a:t>45000</a:t>
                      </a:r>
                    </a:p>
                  </a:txBody>
                  <a:tcPr/>
                </a:tc>
                <a:tc>
                  <a:txBody>
                    <a:bodyPr/>
                    <a:lstStyle/>
                    <a:p>
                      <a:r>
                        <a:rPr lang="en-GB"/>
                        <a:t>0</a:t>
                      </a:r>
                    </a:p>
                  </a:txBody>
                  <a:tcPr/>
                </a:tc>
                <a:tc>
                  <a:txBody>
                    <a:bodyPr/>
                    <a:lstStyle/>
                    <a:p>
                      <a:r>
                        <a:rPr lang="en-GB"/>
                        <a:t>380</a:t>
                      </a:r>
                    </a:p>
                  </a:txBody>
                  <a:tcPr/>
                </a:tc>
                <a:tc>
                  <a:txBody>
                    <a:bodyPr/>
                    <a:lstStyle/>
                    <a:p>
                      <a:r>
                        <a:rPr lang="en-GB"/>
                        <a:t>03:33</a:t>
                      </a:r>
                    </a:p>
                  </a:txBody>
                  <a:tcPr/>
                </a:tc>
                <a:tc>
                  <a:txBody>
                    <a:bodyPr/>
                    <a:lstStyle/>
                    <a:p>
                      <a:r>
                        <a:rPr lang="en-GB"/>
                        <a:t>3800</a:t>
                      </a:r>
                    </a:p>
                  </a:txBody>
                  <a:tcPr/>
                </a:tc>
                <a:tc>
                  <a:txBody>
                    <a:bodyPr/>
                    <a:lstStyle/>
                    <a:p>
                      <a:r>
                        <a:rPr lang="en-GB"/>
                        <a:t>48800</a:t>
                      </a:r>
                    </a:p>
                  </a:txBody>
                  <a:tcPr/>
                </a:tc>
                <a:extLst>
                  <a:ext uri="{0D108BD9-81ED-4DB2-BD59-A6C34878D82A}">
                    <a16:rowId xmlns:a16="http://schemas.microsoft.com/office/drawing/2014/main" val="287520682"/>
                  </a:ext>
                </a:extLst>
              </a:tr>
              <a:tr h="529389">
                <a:tc>
                  <a:txBody>
                    <a:bodyPr/>
                    <a:lstStyle/>
                    <a:p>
                      <a:r>
                        <a:rPr lang="en-GB"/>
                        <a:t>User 12</a:t>
                      </a:r>
                    </a:p>
                  </a:txBody>
                  <a:tcPr/>
                </a:tc>
                <a:tc>
                  <a:txBody>
                    <a:bodyPr/>
                    <a:lstStyle/>
                    <a:p>
                      <a:r>
                        <a:rPr lang="en-GB"/>
                        <a:t>15500</a:t>
                      </a:r>
                    </a:p>
                  </a:txBody>
                  <a:tcPr/>
                </a:tc>
                <a:tc>
                  <a:txBody>
                    <a:bodyPr/>
                    <a:lstStyle/>
                    <a:p>
                      <a:r>
                        <a:rPr lang="en-GB"/>
                        <a:t>5</a:t>
                      </a:r>
                    </a:p>
                  </a:txBody>
                  <a:tcPr/>
                </a:tc>
                <a:tc>
                  <a:txBody>
                    <a:bodyPr/>
                    <a:lstStyle/>
                    <a:p>
                      <a:r>
                        <a:rPr lang="en-GB"/>
                        <a:t>149</a:t>
                      </a:r>
                    </a:p>
                  </a:txBody>
                  <a:tcPr/>
                </a:tc>
                <a:tc>
                  <a:txBody>
                    <a:bodyPr/>
                    <a:lstStyle/>
                    <a:p>
                      <a:r>
                        <a:rPr lang="en-GB"/>
                        <a:t>03:36</a:t>
                      </a:r>
                    </a:p>
                  </a:txBody>
                  <a:tcPr/>
                </a:tc>
                <a:tc>
                  <a:txBody>
                    <a:bodyPr/>
                    <a:lstStyle/>
                    <a:p>
                      <a:r>
                        <a:rPr lang="en-GB"/>
                        <a:t>1490</a:t>
                      </a:r>
                    </a:p>
                  </a:txBody>
                  <a:tcPr/>
                </a:tc>
                <a:tc>
                  <a:txBody>
                    <a:bodyPr/>
                    <a:lstStyle/>
                    <a:p>
                      <a:r>
                        <a:rPr lang="en-GB"/>
                        <a:t>16900</a:t>
                      </a:r>
                    </a:p>
                  </a:txBody>
                  <a:tcPr/>
                </a:tc>
                <a:extLst>
                  <a:ext uri="{0D108BD9-81ED-4DB2-BD59-A6C34878D82A}">
                    <a16:rowId xmlns:a16="http://schemas.microsoft.com/office/drawing/2014/main" val="3419057720"/>
                  </a:ext>
                </a:extLst>
              </a:tr>
              <a:tr h="529389">
                <a:tc>
                  <a:txBody>
                    <a:bodyPr/>
                    <a:lstStyle/>
                    <a:p>
                      <a:r>
                        <a:rPr lang="en-GB"/>
                        <a:t>User 13</a:t>
                      </a:r>
                    </a:p>
                  </a:txBody>
                  <a:tcPr/>
                </a:tc>
                <a:tc>
                  <a:txBody>
                    <a:bodyPr/>
                    <a:lstStyle/>
                    <a:p>
                      <a:r>
                        <a:rPr lang="en-GB"/>
                        <a:t>DNF</a:t>
                      </a:r>
                    </a:p>
                  </a:txBody>
                  <a:tcPr/>
                </a:tc>
                <a:tc>
                  <a:txBody>
                    <a:bodyPr/>
                    <a:lstStyle/>
                    <a:p>
                      <a:r>
                        <a:rPr lang="en-GB"/>
                        <a:t>DNF</a:t>
                      </a:r>
                    </a:p>
                  </a:txBody>
                  <a:tcPr/>
                </a:tc>
                <a:tc>
                  <a:txBody>
                    <a:bodyPr/>
                    <a:lstStyle/>
                    <a:p>
                      <a:r>
                        <a:rPr lang="en-GB"/>
                        <a:t>DNF</a:t>
                      </a:r>
                    </a:p>
                  </a:txBody>
                  <a:tcPr/>
                </a:tc>
                <a:tc>
                  <a:txBody>
                    <a:bodyPr/>
                    <a:lstStyle/>
                    <a:p>
                      <a:r>
                        <a:rPr lang="en-GB"/>
                        <a:t>DNF</a:t>
                      </a:r>
                    </a:p>
                  </a:txBody>
                  <a:tcPr/>
                </a:tc>
                <a:tc>
                  <a:txBody>
                    <a:bodyPr/>
                    <a:lstStyle/>
                    <a:p>
                      <a:r>
                        <a:rPr lang="en-GB"/>
                        <a:t>DNF</a:t>
                      </a:r>
                    </a:p>
                  </a:txBody>
                  <a:tcPr/>
                </a:tc>
                <a:tc>
                  <a:txBody>
                    <a:bodyPr/>
                    <a:lstStyle/>
                    <a:p>
                      <a:r>
                        <a:rPr lang="en-GB"/>
                        <a:t>DNF</a:t>
                      </a:r>
                    </a:p>
                  </a:txBody>
                  <a:tcPr/>
                </a:tc>
                <a:extLst>
                  <a:ext uri="{0D108BD9-81ED-4DB2-BD59-A6C34878D82A}">
                    <a16:rowId xmlns:a16="http://schemas.microsoft.com/office/drawing/2014/main" val="4288637795"/>
                  </a:ext>
                </a:extLst>
              </a:tr>
              <a:tr h="529389">
                <a:tc>
                  <a:txBody>
                    <a:bodyPr/>
                    <a:lstStyle/>
                    <a:p>
                      <a:r>
                        <a:rPr lang="en-GB"/>
                        <a:t>User 14</a:t>
                      </a:r>
                    </a:p>
                  </a:txBody>
                  <a:tcPr/>
                </a:tc>
                <a:tc>
                  <a:txBody>
                    <a:bodyPr/>
                    <a:lstStyle/>
                    <a:p>
                      <a:r>
                        <a:rPr lang="en-GB"/>
                        <a:t>67400</a:t>
                      </a:r>
                    </a:p>
                  </a:txBody>
                  <a:tcPr/>
                </a:tc>
                <a:tc>
                  <a:txBody>
                    <a:bodyPr/>
                    <a:lstStyle/>
                    <a:p>
                      <a:r>
                        <a:rPr lang="en-GB"/>
                        <a:t>2</a:t>
                      </a:r>
                    </a:p>
                  </a:txBody>
                  <a:tcPr/>
                </a:tc>
                <a:tc>
                  <a:txBody>
                    <a:bodyPr/>
                    <a:lstStyle/>
                    <a:p>
                      <a:r>
                        <a:rPr lang="en-GB"/>
                        <a:t>664</a:t>
                      </a:r>
                    </a:p>
                  </a:txBody>
                  <a:tcPr/>
                </a:tc>
                <a:tc>
                  <a:txBody>
                    <a:bodyPr/>
                    <a:lstStyle/>
                    <a:p>
                      <a:r>
                        <a:rPr lang="en-GB"/>
                        <a:t>06:16</a:t>
                      </a:r>
                    </a:p>
                  </a:txBody>
                  <a:tcPr/>
                </a:tc>
                <a:tc>
                  <a:txBody>
                    <a:bodyPr/>
                    <a:lstStyle/>
                    <a:p>
                      <a:r>
                        <a:rPr lang="en-GB"/>
                        <a:t>6640</a:t>
                      </a:r>
                    </a:p>
                  </a:txBody>
                  <a:tcPr/>
                </a:tc>
                <a:tc>
                  <a:txBody>
                    <a:bodyPr/>
                    <a:lstStyle/>
                    <a:p>
                      <a:r>
                        <a:rPr lang="en-GB"/>
                        <a:t>74040</a:t>
                      </a:r>
                    </a:p>
                  </a:txBody>
                  <a:tcPr/>
                </a:tc>
                <a:extLst>
                  <a:ext uri="{0D108BD9-81ED-4DB2-BD59-A6C34878D82A}">
                    <a16:rowId xmlns:a16="http://schemas.microsoft.com/office/drawing/2014/main" val="3046354202"/>
                  </a:ext>
                </a:extLst>
              </a:tr>
              <a:tr h="529389">
                <a:tc>
                  <a:txBody>
                    <a:bodyPr/>
                    <a:lstStyle/>
                    <a:p>
                      <a:r>
                        <a:rPr lang="en-GB"/>
                        <a:t>User 15</a:t>
                      </a:r>
                    </a:p>
                  </a:txBody>
                  <a:tcPr/>
                </a:tc>
                <a:tc>
                  <a:txBody>
                    <a:bodyPr/>
                    <a:lstStyle/>
                    <a:p>
                      <a:r>
                        <a:rPr lang="en-GB"/>
                        <a:t>3000</a:t>
                      </a:r>
                    </a:p>
                  </a:txBody>
                  <a:tcPr/>
                </a:tc>
                <a:tc>
                  <a:txBody>
                    <a:bodyPr/>
                    <a:lstStyle/>
                    <a:p>
                      <a:r>
                        <a:rPr lang="en-GB"/>
                        <a:t>5</a:t>
                      </a:r>
                    </a:p>
                  </a:txBody>
                  <a:tcPr/>
                </a:tc>
                <a:tc>
                  <a:txBody>
                    <a:bodyPr/>
                    <a:lstStyle/>
                    <a:p>
                      <a:r>
                        <a:rPr lang="en-GB"/>
                        <a:t>0</a:t>
                      </a:r>
                    </a:p>
                  </a:txBody>
                  <a:tcPr/>
                </a:tc>
                <a:tc>
                  <a:txBody>
                    <a:bodyPr/>
                    <a:lstStyle/>
                    <a:p>
                      <a:r>
                        <a:rPr lang="en-GB"/>
                        <a:t>07:50</a:t>
                      </a:r>
                    </a:p>
                  </a:txBody>
                  <a:tcPr/>
                </a:tc>
                <a:tc>
                  <a:txBody>
                    <a:bodyPr/>
                    <a:lstStyle/>
                    <a:p>
                      <a:r>
                        <a:rPr lang="en-GB"/>
                        <a:t>0</a:t>
                      </a:r>
                    </a:p>
                  </a:txBody>
                  <a:tcPr/>
                </a:tc>
                <a:tc>
                  <a:txBody>
                    <a:bodyPr/>
                    <a:lstStyle/>
                    <a:p>
                      <a:r>
                        <a:rPr lang="en-GB"/>
                        <a:t>3000</a:t>
                      </a:r>
                    </a:p>
                  </a:txBody>
                  <a:tcPr/>
                </a:tc>
                <a:extLst>
                  <a:ext uri="{0D108BD9-81ED-4DB2-BD59-A6C34878D82A}">
                    <a16:rowId xmlns:a16="http://schemas.microsoft.com/office/drawing/2014/main" val="2491909633"/>
                  </a:ext>
                </a:extLst>
              </a:tr>
              <a:tr h="529389">
                <a:tc>
                  <a:txBody>
                    <a:bodyPr/>
                    <a:lstStyle/>
                    <a:p>
                      <a:r>
                        <a:rPr lang="en-GB"/>
                        <a:t>User 16</a:t>
                      </a:r>
                    </a:p>
                  </a:txBody>
                  <a:tcPr/>
                </a:tc>
                <a:tc>
                  <a:txBody>
                    <a:bodyPr/>
                    <a:lstStyle/>
                    <a:p>
                      <a:r>
                        <a:rPr lang="en-GB"/>
                        <a:t>50300</a:t>
                      </a:r>
                    </a:p>
                  </a:txBody>
                  <a:tcPr/>
                </a:tc>
                <a:tc>
                  <a:txBody>
                    <a:bodyPr/>
                    <a:lstStyle/>
                    <a:p>
                      <a:r>
                        <a:rPr lang="en-GB"/>
                        <a:t>1</a:t>
                      </a:r>
                    </a:p>
                  </a:txBody>
                  <a:tcPr/>
                </a:tc>
                <a:tc>
                  <a:txBody>
                    <a:bodyPr/>
                    <a:lstStyle/>
                    <a:p>
                      <a:r>
                        <a:rPr lang="en-GB"/>
                        <a:t>473</a:t>
                      </a:r>
                    </a:p>
                  </a:txBody>
                  <a:tcPr/>
                </a:tc>
                <a:tc>
                  <a:txBody>
                    <a:bodyPr/>
                    <a:lstStyle/>
                    <a:p>
                      <a:r>
                        <a:rPr lang="en-GB"/>
                        <a:t>04:13</a:t>
                      </a:r>
                    </a:p>
                  </a:txBody>
                  <a:tcPr/>
                </a:tc>
                <a:tc>
                  <a:txBody>
                    <a:bodyPr/>
                    <a:lstStyle/>
                    <a:p>
                      <a:r>
                        <a:rPr lang="en-GB"/>
                        <a:t>4730</a:t>
                      </a:r>
                    </a:p>
                  </a:txBody>
                  <a:tcPr/>
                </a:tc>
                <a:tc>
                  <a:txBody>
                    <a:bodyPr/>
                    <a:lstStyle/>
                    <a:p>
                      <a:r>
                        <a:rPr lang="en-GB"/>
                        <a:t>55030</a:t>
                      </a:r>
                    </a:p>
                  </a:txBody>
                  <a:tcPr/>
                </a:tc>
                <a:extLst>
                  <a:ext uri="{0D108BD9-81ED-4DB2-BD59-A6C34878D82A}">
                    <a16:rowId xmlns:a16="http://schemas.microsoft.com/office/drawing/2014/main" val="1830227560"/>
                  </a:ext>
                </a:extLst>
              </a:tr>
              <a:tr h="529389">
                <a:tc>
                  <a:txBody>
                    <a:bodyPr/>
                    <a:lstStyle/>
                    <a:p>
                      <a:r>
                        <a:rPr lang="en-GB"/>
                        <a:t>User 17</a:t>
                      </a:r>
                    </a:p>
                  </a:txBody>
                  <a:tcPr/>
                </a:tc>
                <a:tc>
                  <a:txBody>
                    <a:bodyPr/>
                    <a:lstStyle/>
                    <a:p>
                      <a:r>
                        <a:rPr lang="en-GB"/>
                        <a:t>24800</a:t>
                      </a:r>
                    </a:p>
                  </a:txBody>
                  <a:tcPr/>
                </a:tc>
                <a:tc>
                  <a:txBody>
                    <a:bodyPr/>
                    <a:lstStyle/>
                    <a:p>
                      <a:r>
                        <a:rPr lang="en-GB"/>
                        <a:t>0</a:t>
                      </a:r>
                    </a:p>
                  </a:txBody>
                  <a:tcPr/>
                </a:tc>
                <a:tc>
                  <a:txBody>
                    <a:bodyPr/>
                    <a:lstStyle/>
                    <a:p>
                      <a:r>
                        <a:rPr lang="en-GB"/>
                        <a:t>218</a:t>
                      </a:r>
                    </a:p>
                  </a:txBody>
                  <a:tcPr/>
                </a:tc>
                <a:tc>
                  <a:txBody>
                    <a:bodyPr/>
                    <a:lstStyle/>
                    <a:p>
                      <a:r>
                        <a:rPr lang="en-GB"/>
                        <a:t>02:45</a:t>
                      </a:r>
                    </a:p>
                  </a:txBody>
                  <a:tcPr/>
                </a:tc>
                <a:tc>
                  <a:txBody>
                    <a:bodyPr/>
                    <a:lstStyle/>
                    <a:p>
                      <a:r>
                        <a:rPr lang="en-GB"/>
                        <a:t>2180</a:t>
                      </a:r>
                    </a:p>
                  </a:txBody>
                  <a:tcPr/>
                </a:tc>
                <a:tc>
                  <a:txBody>
                    <a:bodyPr/>
                    <a:lstStyle/>
                    <a:p>
                      <a:r>
                        <a:rPr lang="en-GB"/>
                        <a:t>26980</a:t>
                      </a:r>
                    </a:p>
                  </a:txBody>
                  <a:tcPr/>
                </a:tc>
                <a:extLst>
                  <a:ext uri="{0D108BD9-81ED-4DB2-BD59-A6C34878D82A}">
                    <a16:rowId xmlns:a16="http://schemas.microsoft.com/office/drawing/2014/main" val="812338809"/>
                  </a:ext>
                </a:extLst>
              </a:tr>
              <a:tr h="529389">
                <a:tc>
                  <a:txBody>
                    <a:bodyPr/>
                    <a:lstStyle/>
                    <a:p>
                      <a:r>
                        <a:rPr lang="en-GB"/>
                        <a:t>User 18</a:t>
                      </a:r>
                    </a:p>
                  </a:txBody>
                  <a:tcPr/>
                </a:tc>
                <a:tc>
                  <a:txBody>
                    <a:bodyPr/>
                    <a:lstStyle/>
                    <a:p>
                      <a:r>
                        <a:rPr lang="en-GB"/>
                        <a:t>6500</a:t>
                      </a:r>
                    </a:p>
                  </a:txBody>
                  <a:tcPr/>
                </a:tc>
                <a:tc>
                  <a:txBody>
                    <a:bodyPr/>
                    <a:lstStyle/>
                    <a:p>
                      <a:r>
                        <a:rPr lang="en-GB"/>
                        <a:t>2</a:t>
                      </a:r>
                    </a:p>
                  </a:txBody>
                  <a:tcPr/>
                </a:tc>
                <a:tc>
                  <a:txBody>
                    <a:bodyPr/>
                    <a:lstStyle/>
                    <a:p>
                      <a:r>
                        <a:rPr lang="en-GB"/>
                        <a:t>5</a:t>
                      </a:r>
                    </a:p>
                  </a:txBody>
                  <a:tcPr/>
                </a:tc>
                <a:tc>
                  <a:txBody>
                    <a:bodyPr/>
                    <a:lstStyle/>
                    <a:p>
                      <a:r>
                        <a:rPr lang="en-GB"/>
                        <a:t>04:41</a:t>
                      </a:r>
                    </a:p>
                  </a:txBody>
                  <a:tcPr/>
                </a:tc>
                <a:tc>
                  <a:txBody>
                    <a:bodyPr/>
                    <a:lstStyle/>
                    <a:p>
                      <a:r>
                        <a:rPr lang="en-GB"/>
                        <a:t>50</a:t>
                      </a:r>
                    </a:p>
                  </a:txBody>
                  <a:tcPr/>
                </a:tc>
                <a:tc>
                  <a:txBody>
                    <a:bodyPr/>
                    <a:lstStyle/>
                    <a:p>
                      <a:r>
                        <a:rPr lang="en-GB"/>
                        <a:t>6550</a:t>
                      </a:r>
                    </a:p>
                  </a:txBody>
                  <a:tcPr/>
                </a:tc>
                <a:extLst>
                  <a:ext uri="{0D108BD9-81ED-4DB2-BD59-A6C34878D82A}">
                    <a16:rowId xmlns:a16="http://schemas.microsoft.com/office/drawing/2014/main" val="368417205"/>
                  </a:ext>
                </a:extLst>
              </a:tr>
            </a:tbl>
          </a:graphicData>
        </a:graphic>
      </p:graphicFrame>
    </p:spTree>
    <p:extLst>
      <p:ext uri="{BB962C8B-B14F-4D97-AF65-F5344CB8AC3E}">
        <p14:creationId xmlns:p14="http://schemas.microsoft.com/office/powerpoint/2010/main" val="1692358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5188F-04C8-050F-9887-FD57F0051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03745-81FC-395C-2046-446EEAEE54C1}"/>
              </a:ext>
            </a:extLst>
          </p:cNvPr>
          <p:cNvSpPr>
            <a:spLocks noGrp="1"/>
          </p:cNvSpPr>
          <p:nvPr>
            <p:ph type="title"/>
          </p:nvPr>
        </p:nvSpPr>
        <p:spPr/>
        <p:txBody>
          <a:bodyPr/>
          <a:lstStyle/>
          <a:p>
            <a:endParaRPr lang="en-GB"/>
          </a:p>
        </p:txBody>
      </p:sp>
      <p:graphicFrame>
        <p:nvGraphicFramePr>
          <p:cNvPr id="8" name="Content Placeholder 7">
            <a:extLst>
              <a:ext uri="{FF2B5EF4-FFF2-40B4-BE49-F238E27FC236}">
                <a16:creationId xmlns:a16="http://schemas.microsoft.com/office/drawing/2014/main" id="{DADBEBBE-3705-4E4B-0340-B78046D727A0}"/>
              </a:ext>
            </a:extLst>
          </p:cNvPr>
          <p:cNvGraphicFramePr>
            <a:graphicFrameLocks noGrp="1"/>
          </p:cNvGraphicFramePr>
          <p:nvPr>
            <p:ph idx="1"/>
            <p:extLst>
              <p:ext uri="{D42A27DB-BD31-4B8C-83A1-F6EECF244321}">
                <p14:modId xmlns:p14="http://schemas.microsoft.com/office/powerpoint/2010/main" val="1419160155"/>
              </p:ext>
            </p:extLst>
          </p:nvPr>
        </p:nvGraphicFramePr>
        <p:xfrm>
          <a:off x="544283" y="0"/>
          <a:ext cx="12228290" cy="7071360"/>
        </p:xfrm>
        <a:graphic>
          <a:graphicData uri="http://schemas.openxmlformats.org/drawingml/2006/table">
            <a:tbl>
              <a:tblPr firstRow="1" bandRow="1">
                <a:tableStyleId>{5C22544A-7EE6-4342-B048-85BDC9FD1C3A}</a:tableStyleId>
              </a:tblPr>
              <a:tblGrid>
                <a:gridCol w="1008746">
                  <a:extLst>
                    <a:ext uri="{9D8B030D-6E8A-4147-A177-3AD203B41FA5}">
                      <a16:colId xmlns:a16="http://schemas.microsoft.com/office/drawing/2014/main" val="408470374"/>
                    </a:ext>
                  </a:extLst>
                </a:gridCol>
                <a:gridCol w="2177142">
                  <a:extLst>
                    <a:ext uri="{9D8B030D-6E8A-4147-A177-3AD203B41FA5}">
                      <a16:colId xmlns:a16="http://schemas.microsoft.com/office/drawing/2014/main" val="2756585326"/>
                    </a:ext>
                  </a:extLst>
                </a:gridCol>
                <a:gridCol w="2743200">
                  <a:extLst>
                    <a:ext uri="{9D8B030D-6E8A-4147-A177-3AD203B41FA5}">
                      <a16:colId xmlns:a16="http://schemas.microsoft.com/office/drawing/2014/main" val="2939289507"/>
                    </a:ext>
                  </a:extLst>
                </a:gridCol>
                <a:gridCol w="3135086">
                  <a:extLst>
                    <a:ext uri="{9D8B030D-6E8A-4147-A177-3AD203B41FA5}">
                      <a16:colId xmlns:a16="http://schemas.microsoft.com/office/drawing/2014/main" val="2118500924"/>
                    </a:ext>
                  </a:extLst>
                </a:gridCol>
                <a:gridCol w="3164116">
                  <a:extLst>
                    <a:ext uri="{9D8B030D-6E8A-4147-A177-3AD203B41FA5}">
                      <a16:colId xmlns:a16="http://schemas.microsoft.com/office/drawing/2014/main" val="269404111"/>
                    </a:ext>
                  </a:extLst>
                </a:gridCol>
              </a:tblGrid>
              <a:tr h="370840">
                <a:tc>
                  <a:txBody>
                    <a:bodyPr/>
                    <a:lstStyle/>
                    <a:p>
                      <a:r>
                        <a:rPr lang="en-GB"/>
                        <a:t>User</a:t>
                      </a:r>
                    </a:p>
                  </a:txBody>
                  <a:tcPr/>
                </a:tc>
                <a:tc>
                  <a:txBody>
                    <a:bodyPr/>
                    <a:lstStyle/>
                    <a:p>
                      <a:r>
                        <a:rPr lang="en-GB"/>
                        <a:t>Times Health Lost</a:t>
                      </a:r>
                    </a:p>
                  </a:txBody>
                  <a:tcPr/>
                </a:tc>
                <a:tc>
                  <a:txBody>
                    <a:bodyPr/>
                    <a:lstStyle/>
                    <a:p>
                      <a:r>
                        <a:rPr lang="en-GB"/>
                        <a:t>Times Health Restored</a:t>
                      </a:r>
                    </a:p>
                  </a:txBody>
                  <a:tcPr/>
                </a:tc>
                <a:tc>
                  <a:txBody>
                    <a:bodyPr/>
                    <a:lstStyle/>
                    <a:p>
                      <a:r>
                        <a:rPr lang="en-GB"/>
                        <a:t>Deaths due to falling</a:t>
                      </a:r>
                    </a:p>
                  </a:txBody>
                  <a:tcPr/>
                </a:tc>
                <a:tc>
                  <a:txBody>
                    <a:bodyPr/>
                    <a:lstStyle/>
                    <a:p>
                      <a:r>
                        <a:rPr lang="en-GB"/>
                        <a:t>Deaths due to loss of health</a:t>
                      </a:r>
                    </a:p>
                  </a:txBody>
                  <a:tcPr/>
                </a:tc>
                <a:extLst>
                  <a:ext uri="{0D108BD9-81ED-4DB2-BD59-A6C34878D82A}">
                    <a16:rowId xmlns:a16="http://schemas.microsoft.com/office/drawing/2014/main" val="338125841"/>
                  </a:ext>
                </a:extLst>
              </a:tr>
              <a:tr h="370840">
                <a:tc>
                  <a:txBody>
                    <a:bodyPr/>
                    <a:lstStyle/>
                    <a:p>
                      <a:r>
                        <a:rPr lang="en-GB"/>
                        <a:t>User 1</a:t>
                      </a:r>
                    </a:p>
                  </a:txBody>
                  <a:tcPr/>
                </a:tc>
                <a:tc>
                  <a:txBody>
                    <a:bodyPr/>
                    <a:lstStyle/>
                    <a:p>
                      <a:r>
                        <a:rPr lang="en-GB"/>
                        <a:t>3</a:t>
                      </a:r>
                    </a:p>
                  </a:txBody>
                  <a:tcPr/>
                </a:tc>
                <a:tc>
                  <a:txBody>
                    <a:bodyPr/>
                    <a:lstStyle/>
                    <a:p>
                      <a:r>
                        <a:rPr lang="en-GB"/>
                        <a:t>1</a:t>
                      </a:r>
                    </a:p>
                  </a:txBody>
                  <a:tcPr/>
                </a:tc>
                <a:tc>
                  <a:txBody>
                    <a:bodyPr/>
                    <a:lstStyle/>
                    <a:p>
                      <a:r>
                        <a:rPr lang="en-GB"/>
                        <a:t>0</a:t>
                      </a:r>
                    </a:p>
                  </a:txBody>
                  <a:tcPr/>
                </a:tc>
                <a:tc>
                  <a:txBody>
                    <a:bodyPr/>
                    <a:lstStyle/>
                    <a:p>
                      <a:r>
                        <a:rPr lang="en-GB"/>
                        <a:t>0</a:t>
                      </a:r>
                    </a:p>
                  </a:txBody>
                  <a:tcPr/>
                </a:tc>
                <a:extLst>
                  <a:ext uri="{0D108BD9-81ED-4DB2-BD59-A6C34878D82A}">
                    <a16:rowId xmlns:a16="http://schemas.microsoft.com/office/drawing/2014/main" val="2761071519"/>
                  </a:ext>
                </a:extLst>
              </a:tr>
              <a:tr h="370840">
                <a:tc>
                  <a:txBody>
                    <a:bodyPr/>
                    <a:lstStyle/>
                    <a:p>
                      <a:r>
                        <a:rPr lang="en-GB"/>
                        <a:t>User 2</a:t>
                      </a:r>
                    </a:p>
                  </a:txBody>
                  <a:tcPr/>
                </a:tc>
                <a:tc>
                  <a:txBody>
                    <a:bodyPr/>
                    <a:lstStyle/>
                    <a:p>
                      <a:r>
                        <a:rPr lang="en-GB"/>
                        <a:t>1</a:t>
                      </a:r>
                    </a:p>
                  </a:txBody>
                  <a:tcPr/>
                </a:tc>
                <a:tc>
                  <a:txBody>
                    <a:bodyPr/>
                    <a:lstStyle/>
                    <a:p>
                      <a:r>
                        <a:rPr lang="en-GB"/>
                        <a:t>0</a:t>
                      </a:r>
                    </a:p>
                  </a:txBody>
                  <a:tcPr/>
                </a:tc>
                <a:tc>
                  <a:txBody>
                    <a:bodyPr/>
                    <a:lstStyle/>
                    <a:p>
                      <a:r>
                        <a:rPr lang="en-GB"/>
                        <a:t>1</a:t>
                      </a:r>
                    </a:p>
                  </a:txBody>
                  <a:tcPr/>
                </a:tc>
                <a:tc>
                  <a:txBody>
                    <a:bodyPr/>
                    <a:lstStyle/>
                    <a:p>
                      <a:r>
                        <a:rPr lang="en-GB"/>
                        <a:t>0</a:t>
                      </a:r>
                    </a:p>
                  </a:txBody>
                  <a:tcPr/>
                </a:tc>
                <a:extLst>
                  <a:ext uri="{0D108BD9-81ED-4DB2-BD59-A6C34878D82A}">
                    <a16:rowId xmlns:a16="http://schemas.microsoft.com/office/drawing/2014/main" val="1693670375"/>
                  </a:ext>
                </a:extLst>
              </a:tr>
              <a:tr h="370840">
                <a:tc>
                  <a:txBody>
                    <a:bodyPr/>
                    <a:lstStyle/>
                    <a:p>
                      <a:r>
                        <a:rPr lang="en-GB"/>
                        <a:t>User 3</a:t>
                      </a:r>
                    </a:p>
                  </a:txBody>
                  <a:tcPr/>
                </a:tc>
                <a:tc>
                  <a:txBody>
                    <a:bodyPr/>
                    <a:lstStyle/>
                    <a:p>
                      <a:r>
                        <a:rPr lang="en-GB"/>
                        <a:t>0</a:t>
                      </a:r>
                    </a:p>
                  </a:txBody>
                  <a:tcPr/>
                </a:tc>
                <a:tc>
                  <a:txBody>
                    <a:bodyPr/>
                    <a:lstStyle/>
                    <a:p>
                      <a:r>
                        <a:rPr lang="en-GB"/>
                        <a:t>0</a:t>
                      </a:r>
                    </a:p>
                  </a:txBody>
                  <a:tcPr/>
                </a:tc>
                <a:tc>
                  <a:txBody>
                    <a:bodyPr/>
                    <a:lstStyle/>
                    <a:p>
                      <a:r>
                        <a:rPr lang="en-GB"/>
                        <a:t>2</a:t>
                      </a:r>
                    </a:p>
                  </a:txBody>
                  <a:tcPr/>
                </a:tc>
                <a:tc>
                  <a:txBody>
                    <a:bodyPr/>
                    <a:lstStyle/>
                    <a:p>
                      <a:r>
                        <a:rPr lang="en-GB"/>
                        <a:t>0</a:t>
                      </a:r>
                    </a:p>
                  </a:txBody>
                  <a:tcPr/>
                </a:tc>
                <a:extLst>
                  <a:ext uri="{0D108BD9-81ED-4DB2-BD59-A6C34878D82A}">
                    <a16:rowId xmlns:a16="http://schemas.microsoft.com/office/drawing/2014/main" val="1084594580"/>
                  </a:ext>
                </a:extLst>
              </a:tr>
              <a:tr h="370840">
                <a:tc>
                  <a:txBody>
                    <a:bodyPr/>
                    <a:lstStyle/>
                    <a:p>
                      <a:r>
                        <a:rPr lang="en-GB"/>
                        <a:t>User 4</a:t>
                      </a:r>
                    </a:p>
                  </a:txBody>
                  <a:tcPr/>
                </a:tc>
                <a:tc>
                  <a:txBody>
                    <a:bodyPr/>
                    <a:lstStyle/>
                    <a:p>
                      <a:r>
                        <a:rPr lang="en-GB"/>
                        <a:t>0</a:t>
                      </a:r>
                    </a:p>
                  </a:txBody>
                  <a:tcPr/>
                </a:tc>
                <a:tc>
                  <a:txBody>
                    <a:bodyPr/>
                    <a:lstStyle/>
                    <a:p>
                      <a:r>
                        <a:rPr lang="en-GB"/>
                        <a:t>0</a:t>
                      </a:r>
                    </a:p>
                  </a:txBody>
                  <a:tcPr/>
                </a:tc>
                <a:tc>
                  <a:txBody>
                    <a:bodyPr/>
                    <a:lstStyle/>
                    <a:p>
                      <a:r>
                        <a:rPr lang="en-GB"/>
                        <a:t>2</a:t>
                      </a:r>
                    </a:p>
                  </a:txBody>
                  <a:tcPr/>
                </a:tc>
                <a:tc>
                  <a:txBody>
                    <a:bodyPr/>
                    <a:lstStyle/>
                    <a:p>
                      <a:r>
                        <a:rPr lang="en-GB"/>
                        <a:t>0</a:t>
                      </a:r>
                    </a:p>
                  </a:txBody>
                  <a:tcPr/>
                </a:tc>
                <a:extLst>
                  <a:ext uri="{0D108BD9-81ED-4DB2-BD59-A6C34878D82A}">
                    <a16:rowId xmlns:a16="http://schemas.microsoft.com/office/drawing/2014/main" val="1793140079"/>
                  </a:ext>
                </a:extLst>
              </a:tr>
              <a:tr h="370840">
                <a:tc>
                  <a:txBody>
                    <a:bodyPr/>
                    <a:lstStyle/>
                    <a:p>
                      <a:r>
                        <a:rPr lang="en-GB"/>
                        <a:t>User 5</a:t>
                      </a:r>
                    </a:p>
                  </a:txBody>
                  <a:tcPr/>
                </a:tc>
                <a:tc>
                  <a:txBody>
                    <a:bodyPr/>
                    <a:lstStyle/>
                    <a:p>
                      <a:r>
                        <a:rPr lang="en-GB"/>
                        <a:t>4</a:t>
                      </a:r>
                    </a:p>
                  </a:txBody>
                  <a:tcPr/>
                </a:tc>
                <a:tc>
                  <a:txBody>
                    <a:bodyPr/>
                    <a:lstStyle/>
                    <a:p>
                      <a:r>
                        <a:rPr lang="en-GB"/>
                        <a:t>1</a:t>
                      </a:r>
                    </a:p>
                  </a:txBody>
                  <a:tcPr/>
                </a:tc>
                <a:tc>
                  <a:txBody>
                    <a:bodyPr/>
                    <a:lstStyle/>
                    <a:p>
                      <a:r>
                        <a:rPr lang="en-GB"/>
                        <a:t>1</a:t>
                      </a:r>
                    </a:p>
                  </a:txBody>
                  <a:tcPr/>
                </a:tc>
                <a:tc>
                  <a:txBody>
                    <a:bodyPr/>
                    <a:lstStyle/>
                    <a:p>
                      <a:r>
                        <a:rPr lang="en-GB"/>
                        <a:t>1</a:t>
                      </a:r>
                    </a:p>
                  </a:txBody>
                  <a:tcPr/>
                </a:tc>
                <a:extLst>
                  <a:ext uri="{0D108BD9-81ED-4DB2-BD59-A6C34878D82A}">
                    <a16:rowId xmlns:a16="http://schemas.microsoft.com/office/drawing/2014/main" val="1235933281"/>
                  </a:ext>
                </a:extLst>
              </a:tr>
              <a:tr h="370840">
                <a:tc>
                  <a:txBody>
                    <a:bodyPr/>
                    <a:lstStyle/>
                    <a:p>
                      <a:r>
                        <a:rPr lang="en-GB"/>
                        <a:t>User 6</a:t>
                      </a:r>
                    </a:p>
                  </a:txBody>
                  <a:tcPr/>
                </a:tc>
                <a:tc>
                  <a:txBody>
                    <a:bodyPr/>
                    <a:lstStyle/>
                    <a:p>
                      <a:r>
                        <a:rPr lang="en-GB"/>
                        <a:t>0</a:t>
                      </a:r>
                    </a:p>
                  </a:txBody>
                  <a:tcPr/>
                </a:tc>
                <a:tc>
                  <a:txBody>
                    <a:bodyPr/>
                    <a:lstStyle/>
                    <a:p>
                      <a:r>
                        <a:rPr lang="en-GB"/>
                        <a:t>0</a:t>
                      </a:r>
                    </a:p>
                  </a:txBody>
                  <a:tcPr/>
                </a:tc>
                <a:tc>
                  <a:txBody>
                    <a:bodyPr/>
                    <a:lstStyle/>
                    <a:p>
                      <a:r>
                        <a:rPr lang="en-GB"/>
                        <a:t>3</a:t>
                      </a:r>
                    </a:p>
                  </a:txBody>
                  <a:tcPr/>
                </a:tc>
                <a:tc>
                  <a:txBody>
                    <a:bodyPr/>
                    <a:lstStyle/>
                    <a:p>
                      <a:r>
                        <a:rPr lang="en-GB"/>
                        <a:t>0</a:t>
                      </a:r>
                    </a:p>
                  </a:txBody>
                  <a:tcPr/>
                </a:tc>
                <a:extLst>
                  <a:ext uri="{0D108BD9-81ED-4DB2-BD59-A6C34878D82A}">
                    <a16:rowId xmlns:a16="http://schemas.microsoft.com/office/drawing/2014/main" val="822092722"/>
                  </a:ext>
                </a:extLst>
              </a:tr>
              <a:tr h="370840">
                <a:tc>
                  <a:txBody>
                    <a:bodyPr/>
                    <a:lstStyle/>
                    <a:p>
                      <a:r>
                        <a:rPr lang="en-GB"/>
                        <a:t>User 7</a:t>
                      </a:r>
                    </a:p>
                  </a:txBody>
                  <a:tcPr/>
                </a:tc>
                <a:tc>
                  <a:txBody>
                    <a:bodyPr/>
                    <a:lstStyle/>
                    <a:p>
                      <a:r>
                        <a:rPr lang="en-GB"/>
                        <a:t>2</a:t>
                      </a:r>
                    </a:p>
                  </a:txBody>
                  <a:tcPr/>
                </a:tc>
                <a:tc>
                  <a:txBody>
                    <a:bodyPr/>
                    <a:lstStyle/>
                    <a:p>
                      <a:r>
                        <a:rPr lang="en-GB"/>
                        <a:t>1</a:t>
                      </a:r>
                    </a:p>
                  </a:txBody>
                  <a:tcPr/>
                </a:tc>
                <a:tc>
                  <a:txBody>
                    <a:bodyPr/>
                    <a:lstStyle/>
                    <a:p>
                      <a:r>
                        <a:rPr lang="en-GB"/>
                        <a:t>1</a:t>
                      </a:r>
                    </a:p>
                  </a:txBody>
                  <a:tcPr/>
                </a:tc>
                <a:tc>
                  <a:txBody>
                    <a:bodyPr/>
                    <a:lstStyle/>
                    <a:p>
                      <a:r>
                        <a:rPr lang="en-GB"/>
                        <a:t>0</a:t>
                      </a:r>
                    </a:p>
                  </a:txBody>
                  <a:tcPr/>
                </a:tc>
                <a:extLst>
                  <a:ext uri="{0D108BD9-81ED-4DB2-BD59-A6C34878D82A}">
                    <a16:rowId xmlns:a16="http://schemas.microsoft.com/office/drawing/2014/main" val="882739840"/>
                  </a:ext>
                </a:extLst>
              </a:tr>
              <a:tr h="370840">
                <a:tc>
                  <a:txBody>
                    <a:bodyPr/>
                    <a:lstStyle/>
                    <a:p>
                      <a:r>
                        <a:rPr lang="en-GB"/>
                        <a:t>User 8</a:t>
                      </a:r>
                    </a:p>
                  </a:txBody>
                  <a:tcPr/>
                </a:tc>
                <a:tc>
                  <a:txBody>
                    <a:bodyPr/>
                    <a:lstStyle/>
                    <a:p>
                      <a:r>
                        <a:rPr lang="en-GB"/>
                        <a:t>0</a:t>
                      </a:r>
                    </a:p>
                  </a:txBody>
                  <a:tcPr/>
                </a:tc>
                <a:tc>
                  <a:txBody>
                    <a:bodyPr/>
                    <a:lstStyle/>
                    <a:p>
                      <a:r>
                        <a:rPr lang="en-GB"/>
                        <a:t>0</a:t>
                      </a:r>
                    </a:p>
                  </a:txBody>
                  <a:tcPr/>
                </a:tc>
                <a:tc>
                  <a:txBody>
                    <a:bodyPr/>
                    <a:lstStyle/>
                    <a:p>
                      <a:r>
                        <a:rPr lang="en-GB"/>
                        <a:t>3</a:t>
                      </a:r>
                    </a:p>
                  </a:txBody>
                  <a:tcPr/>
                </a:tc>
                <a:tc>
                  <a:txBody>
                    <a:bodyPr/>
                    <a:lstStyle/>
                    <a:p>
                      <a:r>
                        <a:rPr lang="en-GB"/>
                        <a:t>0</a:t>
                      </a:r>
                    </a:p>
                  </a:txBody>
                  <a:tcPr/>
                </a:tc>
                <a:extLst>
                  <a:ext uri="{0D108BD9-81ED-4DB2-BD59-A6C34878D82A}">
                    <a16:rowId xmlns:a16="http://schemas.microsoft.com/office/drawing/2014/main" val="2298537264"/>
                  </a:ext>
                </a:extLst>
              </a:tr>
              <a:tr h="370840">
                <a:tc>
                  <a:txBody>
                    <a:bodyPr/>
                    <a:lstStyle/>
                    <a:p>
                      <a:r>
                        <a:rPr lang="en-GB"/>
                        <a:t>User 9</a:t>
                      </a:r>
                    </a:p>
                  </a:txBody>
                  <a:tcPr/>
                </a:tc>
                <a:tc>
                  <a:txBody>
                    <a:bodyPr/>
                    <a:lstStyle/>
                    <a:p>
                      <a:r>
                        <a:rPr lang="en-GB"/>
                        <a:t>0</a:t>
                      </a:r>
                    </a:p>
                  </a:txBody>
                  <a:tcPr/>
                </a:tc>
                <a:tc>
                  <a:txBody>
                    <a:bodyPr/>
                    <a:lstStyle/>
                    <a:p>
                      <a:r>
                        <a:rPr lang="en-GB"/>
                        <a:t>0</a:t>
                      </a:r>
                    </a:p>
                  </a:txBody>
                  <a:tcPr/>
                </a:tc>
                <a:tc>
                  <a:txBody>
                    <a:bodyPr/>
                    <a:lstStyle/>
                    <a:p>
                      <a:r>
                        <a:rPr lang="en-GB"/>
                        <a:t>0</a:t>
                      </a:r>
                    </a:p>
                  </a:txBody>
                  <a:tcPr/>
                </a:tc>
                <a:tc>
                  <a:txBody>
                    <a:bodyPr/>
                    <a:lstStyle/>
                    <a:p>
                      <a:r>
                        <a:rPr lang="en-GB"/>
                        <a:t>0</a:t>
                      </a:r>
                    </a:p>
                  </a:txBody>
                  <a:tcPr/>
                </a:tc>
                <a:extLst>
                  <a:ext uri="{0D108BD9-81ED-4DB2-BD59-A6C34878D82A}">
                    <a16:rowId xmlns:a16="http://schemas.microsoft.com/office/drawing/2014/main" val="2634574972"/>
                  </a:ext>
                </a:extLst>
              </a:tr>
              <a:tr h="370840">
                <a:tc>
                  <a:txBody>
                    <a:bodyPr/>
                    <a:lstStyle/>
                    <a:p>
                      <a:r>
                        <a:rPr lang="en-GB"/>
                        <a:t>User 10</a:t>
                      </a:r>
                    </a:p>
                  </a:txBody>
                  <a:tcPr/>
                </a:tc>
                <a:tc>
                  <a:txBody>
                    <a:bodyPr/>
                    <a:lstStyle/>
                    <a:p>
                      <a:r>
                        <a:rPr lang="en-GB"/>
                        <a:t>0</a:t>
                      </a:r>
                    </a:p>
                  </a:txBody>
                  <a:tcPr/>
                </a:tc>
                <a:tc>
                  <a:txBody>
                    <a:bodyPr/>
                    <a:lstStyle/>
                    <a:p>
                      <a:r>
                        <a:rPr lang="en-GB"/>
                        <a:t>0</a:t>
                      </a:r>
                    </a:p>
                  </a:txBody>
                  <a:tcPr/>
                </a:tc>
                <a:tc>
                  <a:txBody>
                    <a:bodyPr/>
                    <a:lstStyle/>
                    <a:p>
                      <a:r>
                        <a:rPr lang="en-GB"/>
                        <a:t>3</a:t>
                      </a:r>
                    </a:p>
                  </a:txBody>
                  <a:tcPr/>
                </a:tc>
                <a:tc>
                  <a:txBody>
                    <a:bodyPr/>
                    <a:lstStyle/>
                    <a:p>
                      <a:r>
                        <a:rPr lang="en-GB"/>
                        <a:t>0</a:t>
                      </a:r>
                    </a:p>
                  </a:txBody>
                  <a:tcPr/>
                </a:tc>
                <a:extLst>
                  <a:ext uri="{0D108BD9-81ED-4DB2-BD59-A6C34878D82A}">
                    <a16:rowId xmlns:a16="http://schemas.microsoft.com/office/drawing/2014/main" val="1598686177"/>
                  </a:ext>
                </a:extLst>
              </a:tr>
              <a:tr h="370840">
                <a:tc>
                  <a:txBody>
                    <a:bodyPr/>
                    <a:lstStyle/>
                    <a:p>
                      <a:r>
                        <a:rPr lang="en-GB"/>
                        <a:t>User 11</a:t>
                      </a:r>
                    </a:p>
                  </a:txBody>
                  <a:tcPr/>
                </a:tc>
                <a:tc>
                  <a:txBody>
                    <a:bodyPr/>
                    <a:lstStyle/>
                    <a:p>
                      <a:r>
                        <a:rPr lang="en-GB"/>
                        <a:t>2</a:t>
                      </a:r>
                    </a:p>
                  </a:txBody>
                  <a:tcPr/>
                </a:tc>
                <a:tc>
                  <a:txBody>
                    <a:bodyPr/>
                    <a:lstStyle/>
                    <a:p>
                      <a:r>
                        <a:rPr lang="en-GB"/>
                        <a:t>2</a:t>
                      </a:r>
                    </a:p>
                  </a:txBody>
                  <a:tcPr/>
                </a:tc>
                <a:tc>
                  <a:txBody>
                    <a:bodyPr/>
                    <a:lstStyle/>
                    <a:p>
                      <a:r>
                        <a:rPr lang="en-GB"/>
                        <a:t>0</a:t>
                      </a:r>
                    </a:p>
                  </a:txBody>
                  <a:tcPr/>
                </a:tc>
                <a:tc>
                  <a:txBody>
                    <a:bodyPr/>
                    <a:lstStyle/>
                    <a:p>
                      <a:r>
                        <a:rPr lang="en-GB"/>
                        <a:t>0</a:t>
                      </a:r>
                    </a:p>
                  </a:txBody>
                  <a:tcPr/>
                </a:tc>
                <a:extLst>
                  <a:ext uri="{0D108BD9-81ED-4DB2-BD59-A6C34878D82A}">
                    <a16:rowId xmlns:a16="http://schemas.microsoft.com/office/drawing/2014/main" val="903288226"/>
                  </a:ext>
                </a:extLst>
              </a:tr>
              <a:tr h="370840">
                <a:tc>
                  <a:txBody>
                    <a:bodyPr/>
                    <a:lstStyle/>
                    <a:p>
                      <a:r>
                        <a:rPr lang="en-GB"/>
                        <a:t>User 12</a:t>
                      </a:r>
                    </a:p>
                  </a:txBody>
                  <a:tcPr/>
                </a:tc>
                <a:tc>
                  <a:txBody>
                    <a:bodyPr/>
                    <a:lstStyle/>
                    <a:p>
                      <a:r>
                        <a:rPr lang="en-GB"/>
                        <a:t>2</a:t>
                      </a:r>
                    </a:p>
                  </a:txBody>
                  <a:tcPr/>
                </a:tc>
                <a:tc>
                  <a:txBody>
                    <a:bodyPr/>
                    <a:lstStyle/>
                    <a:p>
                      <a:r>
                        <a:rPr lang="en-GB"/>
                        <a:t>0</a:t>
                      </a:r>
                    </a:p>
                  </a:txBody>
                  <a:tcPr/>
                </a:tc>
                <a:tc>
                  <a:txBody>
                    <a:bodyPr/>
                    <a:lstStyle/>
                    <a:p>
                      <a:r>
                        <a:rPr lang="en-GB"/>
                        <a:t>5</a:t>
                      </a:r>
                    </a:p>
                  </a:txBody>
                  <a:tcPr/>
                </a:tc>
                <a:tc>
                  <a:txBody>
                    <a:bodyPr/>
                    <a:lstStyle/>
                    <a:p>
                      <a:r>
                        <a:rPr lang="en-GB"/>
                        <a:t>0</a:t>
                      </a:r>
                    </a:p>
                  </a:txBody>
                  <a:tcPr/>
                </a:tc>
                <a:extLst>
                  <a:ext uri="{0D108BD9-81ED-4DB2-BD59-A6C34878D82A}">
                    <a16:rowId xmlns:a16="http://schemas.microsoft.com/office/drawing/2014/main" val="1596459188"/>
                  </a:ext>
                </a:extLst>
              </a:tr>
              <a:tr h="370840">
                <a:tc>
                  <a:txBody>
                    <a:bodyPr/>
                    <a:lstStyle/>
                    <a:p>
                      <a:r>
                        <a:rPr lang="en-GB"/>
                        <a:t>User 13</a:t>
                      </a:r>
                    </a:p>
                  </a:txBody>
                  <a:tcPr/>
                </a:tc>
                <a:tc>
                  <a:txBody>
                    <a:bodyPr/>
                    <a:lstStyle/>
                    <a:p>
                      <a:r>
                        <a:rPr lang="en-GB"/>
                        <a:t>2</a:t>
                      </a:r>
                    </a:p>
                  </a:txBody>
                  <a:tcPr/>
                </a:tc>
                <a:tc>
                  <a:txBody>
                    <a:bodyPr/>
                    <a:lstStyle/>
                    <a:p>
                      <a:r>
                        <a:rPr lang="en-GB"/>
                        <a:t>0</a:t>
                      </a:r>
                    </a:p>
                  </a:txBody>
                  <a:tcPr/>
                </a:tc>
                <a:tc>
                  <a:txBody>
                    <a:bodyPr/>
                    <a:lstStyle/>
                    <a:p>
                      <a:r>
                        <a:rPr lang="en-GB"/>
                        <a:t>3</a:t>
                      </a:r>
                    </a:p>
                  </a:txBody>
                  <a:tcPr/>
                </a:tc>
                <a:tc>
                  <a:txBody>
                    <a:bodyPr/>
                    <a:lstStyle/>
                    <a:p>
                      <a:r>
                        <a:rPr lang="en-GB"/>
                        <a:t>0</a:t>
                      </a:r>
                    </a:p>
                  </a:txBody>
                  <a:tcPr/>
                </a:tc>
                <a:extLst>
                  <a:ext uri="{0D108BD9-81ED-4DB2-BD59-A6C34878D82A}">
                    <a16:rowId xmlns:a16="http://schemas.microsoft.com/office/drawing/2014/main" val="879517291"/>
                  </a:ext>
                </a:extLst>
              </a:tr>
              <a:tr h="396240">
                <a:tc>
                  <a:txBody>
                    <a:bodyPr/>
                    <a:lstStyle/>
                    <a:p>
                      <a:r>
                        <a:rPr lang="en-GB"/>
                        <a:t>User 14</a:t>
                      </a:r>
                    </a:p>
                  </a:txBody>
                  <a:tcPr/>
                </a:tc>
                <a:tc>
                  <a:txBody>
                    <a:bodyPr/>
                    <a:lstStyle/>
                    <a:p>
                      <a:r>
                        <a:rPr lang="en-GB"/>
                        <a:t>0</a:t>
                      </a:r>
                    </a:p>
                  </a:txBody>
                  <a:tcPr/>
                </a:tc>
                <a:tc>
                  <a:txBody>
                    <a:bodyPr/>
                    <a:lstStyle/>
                    <a:p>
                      <a:r>
                        <a:rPr lang="en-GB"/>
                        <a:t>0</a:t>
                      </a:r>
                    </a:p>
                  </a:txBody>
                  <a:tcPr/>
                </a:tc>
                <a:tc>
                  <a:txBody>
                    <a:bodyPr/>
                    <a:lstStyle/>
                    <a:p>
                      <a:r>
                        <a:rPr lang="en-GB"/>
                        <a:t>2</a:t>
                      </a:r>
                    </a:p>
                  </a:txBody>
                  <a:tcPr/>
                </a:tc>
                <a:tc>
                  <a:txBody>
                    <a:bodyPr/>
                    <a:lstStyle/>
                    <a:p>
                      <a:r>
                        <a:rPr lang="en-GB"/>
                        <a:t>0</a:t>
                      </a:r>
                    </a:p>
                  </a:txBody>
                  <a:tcPr/>
                </a:tc>
                <a:extLst>
                  <a:ext uri="{0D108BD9-81ED-4DB2-BD59-A6C34878D82A}">
                    <a16:rowId xmlns:a16="http://schemas.microsoft.com/office/drawing/2014/main" val="242141979"/>
                  </a:ext>
                </a:extLst>
              </a:tr>
              <a:tr h="370840">
                <a:tc>
                  <a:txBody>
                    <a:bodyPr/>
                    <a:lstStyle/>
                    <a:p>
                      <a:r>
                        <a:rPr lang="en-GB"/>
                        <a:t>User 15</a:t>
                      </a:r>
                    </a:p>
                  </a:txBody>
                  <a:tcPr/>
                </a:tc>
                <a:tc>
                  <a:txBody>
                    <a:bodyPr/>
                    <a:lstStyle/>
                    <a:p>
                      <a:r>
                        <a:rPr lang="en-GB"/>
                        <a:t>5</a:t>
                      </a:r>
                    </a:p>
                  </a:txBody>
                  <a:tcPr/>
                </a:tc>
                <a:tc>
                  <a:txBody>
                    <a:bodyPr/>
                    <a:lstStyle/>
                    <a:p>
                      <a:r>
                        <a:rPr lang="en-GB"/>
                        <a:t>1</a:t>
                      </a:r>
                    </a:p>
                  </a:txBody>
                  <a:tcPr/>
                </a:tc>
                <a:tc>
                  <a:txBody>
                    <a:bodyPr/>
                    <a:lstStyle/>
                    <a:p>
                      <a:r>
                        <a:rPr lang="en-GB"/>
                        <a:t>4</a:t>
                      </a:r>
                    </a:p>
                  </a:txBody>
                  <a:tcPr/>
                </a:tc>
                <a:tc>
                  <a:txBody>
                    <a:bodyPr/>
                    <a:lstStyle/>
                    <a:p>
                      <a:r>
                        <a:rPr lang="en-GB"/>
                        <a:t>1</a:t>
                      </a:r>
                    </a:p>
                  </a:txBody>
                  <a:tcPr/>
                </a:tc>
                <a:extLst>
                  <a:ext uri="{0D108BD9-81ED-4DB2-BD59-A6C34878D82A}">
                    <a16:rowId xmlns:a16="http://schemas.microsoft.com/office/drawing/2014/main" val="4273024010"/>
                  </a:ext>
                </a:extLst>
              </a:tr>
              <a:tr h="370840">
                <a:tc>
                  <a:txBody>
                    <a:bodyPr/>
                    <a:lstStyle/>
                    <a:p>
                      <a:r>
                        <a:rPr lang="en-GB"/>
                        <a:t>User 16</a:t>
                      </a:r>
                    </a:p>
                  </a:txBody>
                  <a:tcPr/>
                </a:tc>
                <a:tc>
                  <a:txBody>
                    <a:bodyPr/>
                    <a:lstStyle/>
                    <a:p>
                      <a:r>
                        <a:rPr lang="en-GB"/>
                        <a:t>0</a:t>
                      </a:r>
                    </a:p>
                  </a:txBody>
                  <a:tcPr/>
                </a:tc>
                <a:tc>
                  <a:txBody>
                    <a:bodyPr/>
                    <a:lstStyle/>
                    <a:p>
                      <a:r>
                        <a:rPr lang="en-GB"/>
                        <a:t>0</a:t>
                      </a:r>
                    </a:p>
                  </a:txBody>
                  <a:tcPr/>
                </a:tc>
                <a:tc>
                  <a:txBody>
                    <a:bodyPr/>
                    <a:lstStyle/>
                    <a:p>
                      <a:r>
                        <a:rPr lang="en-GB"/>
                        <a:t>1</a:t>
                      </a:r>
                    </a:p>
                  </a:txBody>
                  <a:tcPr/>
                </a:tc>
                <a:tc>
                  <a:txBody>
                    <a:bodyPr/>
                    <a:lstStyle/>
                    <a:p>
                      <a:r>
                        <a:rPr lang="en-GB"/>
                        <a:t>0</a:t>
                      </a:r>
                    </a:p>
                  </a:txBody>
                  <a:tcPr/>
                </a:tc>
                <a:extLst>
                  <a:ext uri="{0D108BD9-81ED-4DB2-BD59-A6C34878D82A}">
                    <a16:rowId xmlns:a16="http://schemas.microsoft.com/office/drawing/2014/main" val="1703846870"/>
                  </a:ext>
                </a:extLst>
              </a:tr>
              <a:tr h="370840">
                <a:tc>
                  <a:txBody>
                    <a:bodyPr/>
                    <a:lstStyle/>
                    <a:p>
                      <a:r>
                        <a:rPr lang="en-GB"/>
                        <a:t>User 17</a:t>
                      </a:r>
                    </a:p>
                  </a:txBody>
                  <a:tcPr/>
                </a:tc>
                <a:tc>
                  <a:txBody>
                    <a:bodyPr/>
                    <a:lstStyle/>
                    <a:p>
                      <a:r>
                        <a:rPr lang="en-GB"/>
                        <a:t>3</a:t>
                      </a:r>
                    </a:p>
                  </a:txBody>
                  <a:tcPr/>
                </a:tc>
                <a:tc>
                  <a:txBody>
                    <a:bodyPr/>
                    <a:lstStyle/>
                    <a:p>
                      <a:r>
                        <a:rPr lang="en-GB"/>
                        <a:t>1</a:t>
                      </a:r>
                    </a:p>
                  </a:txBody>
                  <a:tcPr/>
                </a:tc>
                <a:tc>
                  <a:txBody>
                    <a:bodyPr/>
                    <a:lstStyle/>
                    <a:p>
                      <a:r>
                        <a:rPr lang="en-GB"/>
                        <a:t>0</a:t>
                      </a:r>
                    </a:p>
                  </a:txBody>
                  <a:tcPr/>
                </a:tc>
                <a:tc>
                  <a:txBody>
                    <a:bodyPr/>
                    <a:lstStyle/>
                    <a:p>
                      <a:r>
                        <a:rPr lang="en-GB"/>
                        <a:t>0</a:t>
                      </a:r>
                    </a:p>
                  </a:txBody>
                  <a:tcPr/>
                </a:tc>
                <a:extLst>
                  <a:ext uri="{0D108BD9-81ED-4DB2-BD59-A6C34878D82A}">
                    <a16:rowId xmlns:a16="http://schemas.microsoft.com/office/drawing/2014/main" val="3845652309"/>
                  </a:ext>
                </a:extLst>
              </a:tr>
              <a:tr h="370840">
                <a:tc>
                  <a:txBody>
                    <a:bodyPr/>
                    <a:lstStyle/>
                    <a:p>
                      <a:r>
                        <a:rPr lang="en-GB"/>
                        <a:t>User 18</a:t>
                      </a:r>
                    </a:p>
                  </a:txBody>
                  <a:tcPr/>
                </a:tc>
                <a:tc>
                  <a:txBody>
                    <a:bodyPr/>
                    <a:lstStyle/>
                    <a:p>
                      <a:r>
                        <a:rPr lang="en-GB"/>
                        <a:t>0</a:t>
                      </a:r>
                    </a:p>
                  </a:txBody>
                  <a:tcPr/>
                </a:tc>
                <a:tc>
                  <a:txBody>
                    <a:bodyPr/>
                    <a:lstStyle/>
                    <a:p>
                      <a:r>
                        <a:rPr lang="en-GB"/>
                        <a:t>0</a:t>
                      </a:r>
                    </a:p>
                  </a:txBody>
                  <a:tcPr/>
                </a:tc>
                <a:tc>
                  <a:txBody>
                    <a:bodyPr/>
                    <a:lstStyle/>
                    <a:p>
                      <a:r>
                        <a:rPr lang="en-GB"/>
                        <a:t>2</a:t>
                      </a:r>
                    </a:p>
                  </a:txBody>
                  <a:tcPr/>
                </a:tc>
                <a:tc>
                  <a:txBody>
                    <a:bodyPr/>
                    <a:lstStyle/>
                    <a:p>
                      <a:r>
                        <a:rPr lang="en-GB"/>
                        <a:t>0</a:t>
                      </a:r>
                    </a:p>
                  </a:txBody>
                  <a:tcPr/>
                </a:tc>
                <a:extLst>
                  <a:ext uri="{0D108BD9-81ED-4DB2-BD59-A6C34878D82A}">
                    <a16:rowId xmlns:a16="http://schemas.microsoft.com/office/drawing/2014/main" val="3170086120"/>
                  </a:ext>
                </a:extLst>
              </a:tr>
            </a:tbl>
          </a:graphicData>
        </a:graphic>
      </p:graphicFrame>
    </p:spTree>
    <p:extLst>
      <p:ext uri="{BB962C8B-B14F-4D97-AF65-F5344CB8AC3E}">
        <p14:creationId xmlns:p14="http://schemas.microsoft.com/office/powerpoint/2010/main" val="2822106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435FC-B3FE-EE8F-41C7-FE069B1032CC}"/>
              </a:ext>
            </a:extLst>
          </p:cNvPr>
          <p:cNvSpPr>
            <a:spLocks noGrp="1"/>
          </p:cNvSpPr>
          <p:nvPr>
            <p:ph type="title"/>
          </p:nvPr>
        </p:nvSpPr>
        <p:spPr/>
        <p:txBody>
          <a:bodyPr/>
          <a:lstStyle/>
          <a:p>
            <a:endParaRPr lang="en-GB"/>
          </a:p>
        </p:txBody>
      </p:sp>
      <p:graphicFrame>
        <p:nvGraphicFramePr>
          <p:cNvPr id="4" name="Content Placeholder 3">
            <a:extLst>
              <a:ext uri="{FF2B5EF4-FFF2-40B4-BE49-F238E27FC236}">
                <a16:creationId xmlns:a16="http://schemas.microsoft.com/office/drawing/2014/main" id="{0B2019F2-2FAA-221D-B357-A1B5D7C88BC1}"/>
              </a:ext>
            </a:extLst>
          </p:cNvPr>
          <p:cNvGraphicFramePr>
            <a:graphicFrameLocks noGrp="1"/>
          </p:cNvGraphicFramePr>
          <p:nvPr>
            <p:ph idx="1"/>
            <p:extLst>
              <p:ext uri="{D42A27DB-BD31-4B8C-83A1-F6EECF244321}">
                <p14:modId xmlns:p14="http://schemas.microsoft.com/office/powerpoint/2010/main" val="4243443560"/>
              </p:ext>
            </p:extLst>
          </p:nvPr>
        </p:nvGraphicFramePr>
        <p:xfrm>
          <a:off x="-3109687" y="-584201"/>
          <a:ext cx="14924320" cy="8026402"/>
        </p:xfrm>
        <a:graphic>
          <a:graphicData uri="http://schemas.openxmlformats.org/drawingml/2006/table">
            <a:tbl>
              <a:tblPr firstRow="1" bandRow="1">
                <a:tableStyleId>{5C22544A-7EE6-4342-B048-85BDC9FD1C3A}</a:tableStyleId>
              </a:tblPr>
              <a:tblGrid>
                <a:gridCol w="1865540">
                  <a:extLst>
                    <a:ext uri="{9D8B030D-6E8A-4147-A177-3AD203B41FA5}">
                      <a16:colId xmlns:a16="http://schemas.microsoft.com/office/drawing/2014/main" val="940649918"/>
                    </a:ext>
                  </a:extLst>
                </a:gridCol>
                <a:gridCol w="1865540">
                  <a:extLst>
                    <a:ext uri="{9D8B030D-6E8A-4147-A177-3AD203B41FA5}">
                      <a16:colId xmlns:a16="http://schemas.microsoft.com/office/drawing/2014/main" val="3850140298"/>
                    </a:ext>
                  </a:extLst>
                </a:gridCol>
                <a:gridCol w="1865540">
                  <a:extLst>
                    <a:ext uri="{9D8B030D-6E8A-4147-A177-3AD203B41FA5}">
                      <a16:colId xmlns:a16="http://schemas.microsoft.com/office/drawing/2014/main" val="7255999"/>
                    </a:ext>
                  </a:extLst>
                </a:gridCol>
                <a:gridCol w="1865540">
                  <a:extLst>
                    <a:ext uri="{9D8B030D-6E8A-4147-A177-3AD203B41FA5}">
                      <a16:colId xmlns:a16="http://schemas.microsoft.com/office/drawing/2014/main" val="2365742151"/>
                    </a:ext>
                  </a:extLst>
                </a:gridCol>
                <a:gridCol w="1865540">
                  <a:extLst>
                    <a:ext uri="{9D8B030D-6E8A-4147-A177-3AD203B41FA5}">
                      <a16:colId xmlns:a16="http://schemas.microsoft.com/office/drawing/2014/main" val="2384904596"/>
                    </a:ext>
                  </a:extLst>
                </a:gridCol>
                <a:gridCol w="1865540">
                  <a:extLst>
                    <a:ext uri="{9D8B030D-6E8A-4147-A177-3AD203B41FA5}">
                      <a16:colId xmlns:a16="http://schemas.microsoft.com/office/drawing/2014/main" val="3958249012"/>
                    </a:ext>
                  </a:extLst>
                </a:gridCol>
                <a:gridCol w="1865540">
                  <a:extLst>
                    <a:ext uri="{9D8B030D-6E8A-4147-A177-3AD203B41FA5}">
                      <a16:colId xmlns:a16="http://schemas.microsoft.com/office/drawing/2014/main" val="2023224839"/>
                    </a:ext>
                  </a:extLst>
                </a:gridCol>
                <a:gridCol w="1865540">
                  <a:extLst>
                    <a:ext uri="{9D8B030D-6E8A-4147-A177-3AD203B41FA5}">
                      <a16:colId xmlns:a16="http://schemas.microsoft.com/office/drawing/2014/main" val="4141436431"/>
                    </a:ext>
                  </a:extLst>
                </a:gridCol>
              </a:tblGrid>
              <a:tr h="967036">
                <a:tc>
                  <a:txBody>
                    <a:bodyPr/>
                    <a:lstStyle/>
                    <a:p>
                      <a:r>
                        <a:rPr lang="en-GB"/>
                        <a:t>User</a:t>
                      </a:r>
                    </a:p>
                  </a:txBody>
                  <a:tcPr/>
                </a:tc>
                <a:tc>
                  <a:txBody>
                    <a:bodyPr/>
                    <a:lstStyle/>
                    <a:p>
                      <a:r>
                        <a:rPr lang="en-GB"/>
                        <a:t>SML Plat Size (1 to 100)</a:t>
                      </a:r>
                    </a:p>
                  </a:txBody>
                  <a:tcPr/>
                </a:tc>
                <a:tc>
                  <a:txBody>
                    <a:bodyPr/>
                    <a:lstStyle/>
                    <a:p>
                      <a:r>
                        <a:rPr lang="en-GB"/>
                        <a:t>MED Plat Size (1 to 100)</a:t>
                      </a:r>
                    </a:p>
                  </a:txBody>
                  <a:tcPr/>
                </a:tc>
                <a:tc>
                  <a:txBody>
                    <a:bodyPr/>
                    <a:lstStyle/>
                    <a:p>
                      <a:r>
                        <a:rPr lang="en-GB"/>
                        <a:t>LRG Plat Size (1 to 100)</a:t>
                      </a:r>
                    </a:p>
                  </a:txBody>
                  <a:tcPr/>
                </a:tc>
                <a:tc>
                  <a:txBody>
                    <a:bodyPr/>
                    <a:lstStyle/>
                    <a:p>
                      <a:r>
                        <a:rPr lang="en-GB"/>
                        <a:t>EX. LRG Plat Size (1 to 100)</a:t>
                      </a:r>
                    </a:p>
                  </a:txBody>
                  <a:tcPr/>
                </a:tc>
                <a:tc>
                  <a:txBody>
                    <a:bodyPr/>
                    <a:lstStyle/>
                    <a:p>
                      <a:r>
                        <a:rPr lang="en-GB"/>
                        <a:t>Flat (1 to 100)</a:t>
                      </a:r>
                    </a:p>
                  </a:txBody>
                  <a:tcPr/>
                </a:tc>
                <a:tc>
                  <a:txBody>
                    <a:bodyPr/>
                    <a:lstStyle/>
                    <a:p>
                      <a:r>
                        <a:rPr lang="en-GB"/>
                        <a:t>Bridge (1 to 100)</a:t>
                      </a:r>
                    </a:p>
                  </a:txBody>
                  <a:tcPr/>
                </a:tc>
                <a:tc>
                  <a:txBody>
                    <a:bodyPr/>
                    <a:lstStyle/>
                    <a:p>
                      <a:r>
                        <a:rPr lang="en-GB"/>
                        <a:t>Incline (1 to 100)</a:t>
                      </a:r>
                    </a:p>
                  </a:txBody>
                  <a:tcPr/>
                </a:tc>
                <a:extLst>
                  <a:ext uri="{0D108BD9-81ED-4DB2-BD59-A6C34878D82A}">
                    <a16:rowId xmlns:a16="http://schemas.microsoft.com/office/drawing/2014/main" val="4219385960"/>
                  </a:ext>
                </a:extLst>
              </a:tr>
              <a:tr h="392187">
                <a:tc>
                  <a:txBody>
                    <a:bodyPr/>
                    <a:lstStyle/>
                    <a:p>
                      <a:r>
                        <a:rPr lang="en-GB"/>
                        <a:t>User 1</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752738917"/>
                  </a:ext>
                </a:extLst>
              </a:tr>
              <a:tr h="392187">
                <a:tc>
                  <a:txBody>
                    <a:bodyPr/>
                    <a:lstStyle/>
                    <a:p>
                      <a:r>
                        <a:rPr lang="en-GB"/>
                        <a:t>User 2</a:t>
                      </a:r>
                    </a:p>
                  </a:txBody>
                  <a:tcPr/>
                </a:tc>
                <a:tc>
                  <a:txBody>
                    <a:bodyPr/>
                    <a:lstStyle/>
                    <a:p>
                      <a:r>
                        <a:rPr lang="en-GB"/>
                        <a:t>82</a:t>
                      </a:r>
                    </a:p>
                  </a:txBody>
                  <a:tcPr/>
                </a:tc>
                <a:tc>
                  <a:txBody>
                    <a:bodyPr/>
                    <a:lstStyle/>
                    <a:p>
                      <a:r>
                        <a:rPr lang="en-GB"/>
                        <a:t>30</a:t>
                      </a:r>
                    </a:p>
                  </a:txBody>
                  <a:tcPr/>
                </a:tc>
                <a:tc>
                  <a:txBody>
                    <a:bodyPr/>
                    <a:lstStyle/>
                    <a:p>
                      <a:r>
                        <a:rPr lang="en-GB"/>
                        <a:t>21</a:t>
                      </a:r>
                    </a:p>
                  </a:txBody>
                  <a:tcPr/>
                </a:tc>
                <a:tc>
                  <a:txBody>
                    <a:bodyPr/>
                    <a:lstStyle/>
                    <a:p>
                      <a:r>
                        <a:rPr lang="en-GB"/>
                        <a:t>31</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1085148926"/>
                  </a:ext>
                </a:extLst>
              </a:tr>
              <a:tr h="392187">
                <a:tc>
                  <a:txBody>
                    <a:bodyPr/>
                    <a:lstStyle/>
                    <a:p>
                      <a:r>
                        <a:rPr lang="en-GB"/>
                        <a:t>User 3</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40</a:t>
                      </a:r>
                    </a:p>
                  </a:txBody>
                  <a:tcPr/>
                </a:tc>
                <a:tc>
                  <a:txBody>
                    <a:bodyPr/>
                    <a:lstStyle/>
                    <a:p>
                      <a:r>
                        <a:rPr lang="en-GB"/>
                        <a:t>24</a:t>
                      </a:r>
                    </a:p>
                  </a:txBody>
                  <a:tcPr/>
                </a:tc>
                <a:extLst>
                  <a:ext uri="{0D108BD9-81ED-4DB2-BD59-A6C34878D82A}">
                    <a16:rowId xmlns:a16="http://schemas.microsoft.com/office/drawing/2014/main" val="3770933964"/>
                  </a:ext>
                </a:extLst>
              </a:tr>
              <a:tr h="392187">
                <a:tc>
                  <a:txBody>
                    <a:bodyPr/>
                    <a:lstStyle/>
                    <a:p>
                      <a:r>
                        <a:rPr lang="en-GB"/>
                        <a:t>User 4</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387189491"/>
                  </a:ext>
                </a:extLst>
              </a:tr>
              <a:tr h="392187">
                <a:tc>
                  <a:txBody>
                    <a:bodyPr/>
                    <a:lstStyle/>
                    <a:p>
                      <a:r>
                        <a:rPr lang="en-GB"/>
                        <a:t>User 5</a:t>
                      </a:r>
                    </a:p>
                  </a:txBody>
                  <a:tcPr/>
                </a:tc>
                <a:tc>
                  <a:txBody>
                    <a:bodyPr/>
                    <a:lstStyle/>
                    <a:p>
                      <a:r>
                        <a:rPr lang="en-GB"/>
                        <a:t>45</a:t>
                      </a:r>
                    </a:p>
                  </a:txBody>
                  <a:tcPr/>
                </a:tc>
                <a:tc>
                  <a:txBody>
                    <a:bodyPr/>
                    <a:lstStyle/>
                    <a:p>
                      <a:r>
                        <a:rPr lang="en-GB"/>
                        <a:t>54</a:t>
                      </a:r>
                    </a:p>
                  </a:txBody>
                  <a:tcPr/>
                </a:tc>
                <a:tc>
                  <a:txBody>
                    <a:bodyPr/>
                    <a:lstStyle/>
                    <a:p>
                      <a:r>
                        <a:rPr lang="en-GB"/>
                        <a:t>52</a:t>
                      </a:r>
                    </a:p>
                  </a:txBody>
                  <a:tcPr/>
                </a:tc>
                <a:tc>
                  <a:txBody>
                    <a:bodyPr/>
                    <a:lstStyle/>
                    <a:p>
                      <a:r>
                        <a:rPr lang="en-GB"/>
                        <a:t>60</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2379839241"/>
                  </a:ext>
                </a:extLst>
              </a:tr>
              <a:tr h="392187">
                <a:tc>
                  <a:txBody>
                    <a:bodyPr/>
                    <a:lstStyle/>
                    <a:p>
                      <a:r>
                        <a:rPr lang="en-GB"/>
                        <a:t>User 6</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2146006923"/>
                  </a:ext>
                </a:extLst>
              </a:tr>
              <a:tr h="392187">
                <a:tc>
                  <a:txBody>
                    <a:bodyPr/>
                    <a:lstStyle/>
                    <a:p>
                      <a:r>
                        <a:rPr lang="en-GB"/>
                        <a:t>User 7</a:t>
                      </a:r>
                    </a:p>
                  </a:txBody>
                  <a:tcPr/>
                </a:tc>
                <a:tc>
                  <a:txBody>
                    <a:bodyPr/>
                    <a:lstStyle/>
                    <a:p>
                      <a:r>
                        <a:rPr lang="en-GB"/>
                        <a:t>100</a:t>
                      </a:r>
                    </a:p>
                  </a:txBody>
                  <a:tcPr/>
                </a:tc>
                <a:tc>
                  <a:txBody>
                    <a:bodyPr/>
                    <a:lstStyle/>
                    <a:p>
                      <a:r>
                        <a:rPr lang="en-GB"/>
                        <a:t>1</a:t>
                      </a:r>
                    </a:p>
                  </a:txBody>
                  <a:tcPr/>
                </a:tc>
                <a:tc>
                  <a:txBody>
                    <a:bodyPr/>
                    <a:lstStyle/>
                    <a:p>
                      <a:r>
                        <a:rPr lang="en-GB"/>
                        <a:t>1</a:t>
                      </a:r>
                    </a:p>
                  </a:txBody>
                  <a:tcPr/>
                </a:tc>
                <a:tc>
                  <a:txBody>
                    <a:bodyPr/>
                    <a:lstStyle/>
                    <a:p>
                      <a:r>
                        <a:rPr lang="en-GB"/>
                        <a:t>1</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2744764618"/>
                  </a:ext>
                </a:extLst>
              </a:tr>
              <a:tr h="392187">
                <a:tc>
                  <a:txBody>
                    <a:bodyPr/>
                    <a:lstStyle/>
                    <a:p>
                      <a:r>
                        <a:rPr lang="en-GB"/>
                        <a:t>User 8</a:t>
                      </a:r>
                    </a:p>
                  </a:txBody>
                  <a:tcPr/>
                </a:tc>
                <a:tc>
                  <a:txBody>
                    <a:bodyPr/>
                    <a:lstStyle/>
                    <a:p>
                      <a:r>
                        <a:rPr lang="en-GB"/>
                        <a:t>100</a:t>
                      </a:r>
                    </a:p>
                  </a:txBody>
                  <a:tcPr/>
                </a:tc>
                <a:tc>
                  <a:txBody>
                    <a:bodyPr/>
                    <a:lstStyle/>
                    <a:p>
                      <a:r>
                        <a:rPr lang="en-GB"/>
                        <a:t>1</a:t>
                      </a:r>
                    </a:p>
                  </a:txBody>
                  <a:tcPr/>
                </a:tc>
                <a:tc>
                  <a:txBody>
                    <a:bodyPr/>
                    <a:lstStyle/>
                    <a:p>
                      <a:r>
                        <a:rPr lang="en-GB"/>
                        <a:t>1</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1</a:t>
                      </a:r>
                    </a:p>
                  </a:txBody>
                  <a:tcPr/>
                </a:tc>
                <a:extLst>
                  <a:ext uri="{0D108BD9-81ED-4DB2-BD59-A6C34878D82A}">
                    <a16:rowId xmlns:a16="http://schemas.microsoft.com/office/drawing/2014/main" val="824464810"/>
                  </a:ext>
                </a:extLst>
              </a:tr>
              <a:tr h="392187">
                <a:tc>
                  <a:txBody>
                    <a:bodyPr/>
                    <a:lstStyle/>
                    <a:p>
                      <a:r>
                        <a:rPr lang="en-GB"/>
                        <a:t>User 9</a:t>
                      </a:r>
                    </a:p>
                  </a:txBody>
                  <a:tcPr/>
                </a:tc>
                <a:tc>
                  <a:txBody>
                    <a:bodyPr/>
                    <a:lstStyle/>
                    <a:p>
                      <a:r>
                        <a:rPr lang="en-GB"/>
                        <a:t>32</a:t>
                      </a:r>
                    </a:p>
                  </a:txBody>
                  <a:tcPr/>
                </a:tc>
                <a:tc>
                  <a:txBody>
                    <a:bodyPr/>
                    <a:lstStyle/>
                    <a:p>
                      <a:r>
                        <a:rPr lang="en-GB"/>
                        <a:t>50</a:t>
                      </a:r>
                    </a:p>
                  </a:txBody>
                  <a:tcPr/>
                </a:tc>
                <a:tc>
                  <a:txBody>
                    <a:bodyPr/>
                    <a:lstStyle/>
                    <a:p>
                      <a:r>
                        <a:rPr lang="en-GB"/>
                        <a:t>50</a:t>
                      </a:r>
                    </a:p>
                  </a:txBody>
                  <a:tcPr/>
                </a:tc>
                <a:tc>
                  <a:txBody>
                    <a:bodyPr/>
                    <a:lstStyle/>
                    <a:p>
                      <a:r>
                        <a:rPr lang="en-GB"/>
                        <a:t>80</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1546893095"/>
                  </a:ext>
                </a:extLst>
              </a:tr>
              <a:tr h="392187">
                <a:tc>
                  <a:txBody>
                    <a:bodyPr/>
                    <a:lstStyle/>
                    <a:p>
                      <a:r>
                        <a:rPr lang="en-GB"/>
                        <a:t>User 10</a:t>
                      </a:r>
                    </a:p>
                  </a:txBody>
                  <a:tcPr/>
                </a:tc>
                <a:tc>
                  <a:txBody>
                    <a:bodyPr/>
                    <a:lstStyle/>
                    <a:p>
                      <a:r>
                        <a:rPr lang="en-GB"/>
                        <a:t>1</a:t>
                      </a:r>
                    </a:p>
                  </a:txBody>
                  <a:tcPr/>
                </a:tc>
                <a:tc>
                  <a:txBody>
                    <a:bodyPr/>
                    <a:lstStyle/>
                    <a:p>
                      <a:r>
                        <a:rPr lang="en-GB"/>
                        <a:t>1</a:t>
                      </a:r>
                    </a:p>
                  </a:txBody>
                  <a:tcPr/>
                </a:tc>
                <a:tc>
                  <a:txBody>
                    <a:bodyPr/>
                    <a:lstStyle/>
                    <a:p>
                      <a:r>
                        <a:rPr lang="en-GB"/>
                        <a:t>52</a:t>
                      </a:r>
                    </a:p>
                  </a:txBody>
                  <a:tcPr/>
                </a:tc>
                <a:tc>
                  <a:txBody>
                    <a:bodyPr/>
                    <a:lstStyle/>
                    <a:p>
                      <a:r>
                        <a:rPr lang="en-GB"/>
                        <a:t>50</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2152084433"/>
                  </a:ext>
                </a:extLst>
              </a:tr>
              <a:tr h="392187">
                <a:tc>
                  <a:txBody>
                    <a:bodyPr/>
                    <a:lstStyle/>
                    <a:p>
                      <a:r>
                        <a:rPr lang="en-GB"/>
                        <a:t>User 11</a:t>
                      </a:r>
                    </a:p>
                  </a:txBody>
                  <a:tcPr/>
                </a:tc>
                <a:tc>
                  <a:txBody>
                    <a:bodyPr/>
                    <a:lstStyle/>
                    <a:p>
                      <a:r>
                        <a:rPr lang="en-GB"/>
                        <a:t>73</a:t>
                      </a:r>
                    </a:p>
                  </a:txBody>
                  <a:tcPr/>
                </a:tc>
                <a:tc>
                  <a:txBody>
                    <a:bodyPr/>
                    <a:lstStyle/>
                    <a:p>
                      <a:r>
                        <a:rPr lang="en-GB"/>
                        <a:t>85</a:t>
                      </a:r>
                    </a:p>
                  </a:txBody>
                  <a:tcPr/>
                </a:tc>
                <a:tc>
                  <a:txBody>
                    <a:bodyPr/>
                    <a:lstStyle/>
                    <a:p>
                      <a:r>
                        <a:rPr lang="en-GB"/>
                        <a:t>80</a:t>
                      </a:r>
                    </a:p>
                  </a:txBody>
                  <a:tcPr/>
                </a:tc>
                <a:tc>
                  <a:txBody>
                    <a:bodyPr/>
                    <a:lstStyle/>
                    <a:p>
                      <a:r>
                        <a:rPr lang="en-GB"/>
                        <a:t>47</a:t>
                      </a:r>
                    </a:p>
                  </a:txBody>
                  <a:tcPr/>
                </a:tc>
                <a:tc>
                  <a:txBody>
                    <a:bodyPr/>
                    <a:lstStyle/>
                    <a:p>
                      <a:r>
                        <a:rPr lang="en-GB"/>
                        <a:t>68</a:t>
                      </a:r>
                    </a:p>
                  </a:txBody>
                  <a:tcPr/>
                </a:tc>
                <a:tc>
                  <a:txBody>
                    <a:bodyPr/>
                    <a:lstStyle/>
                    <a:p>
                      <a:r>
                        <a:rPr lang="en-GB"/>
                        <a:t>17</a:t>
                      </a:r>
                    </a:p>
                  </a:txBody>
                  <a:tcPr/>
                </a:tc>
                <a:tc>
                  <a:txBody>
                    <a:bodyPr/>
                    <a:lstStyle/>
                    <a:p>
                      <a:r>
                        <a:rPr lang="en-GB"/>
                        <a:t>68</a:t>
                      </a:r>
                    </a:p>
                  </a:txBody>
                  <a:tcPr/>
                </a:tc>
                <a:extLst>
                  <a:ext uri="{0D108BD9-81ED-4DB2-BD59-A6C34878D82A}">
                    <a16:rowId xmlns:a16="http://schemas.microsoft.com/office/drawing/2014/main" val="2865156258"/>
                  </a:ext>
                </a:extLst>
              </a:tr>
              <a:tr h="392187">
                <a:tc>
                  <a:txBody>
                    <a:bodyPr/>
                    <a:lstStyle/>
                    <a:p>
                      <a:r>
                        <a:rPr lang="en-GB"/>
                        <a:t>User 12</a:t>
                      </a:r>
                    </a:p>
                  </a:txBody>
                  <a:tcPr/>
                </a:tc>
                <a:tc>
                  <a:txBody>
                    <a:bodyPr/>
                    <a:lstStyle/>
                    <a:p>
                      <a:r>
                        <a:rPr lang="en-GB"/>
                        <a:t>72</a:t>
                      </a:r>
                    </a:p>
                  </a:txBody>
                  <a:tcPr/>
                </a:tc>
                <a:tc>
                  <a:txBody>
                    <a:bodyPr/>
                    <a:lstStyle/>
                    <a:p>
                      <a:r>
                        <a:rPr lang="en-GB"/>
                        <a:t>47</a:t>
                      </a:r>
                    </a:p>
                  </a:txBody>
                  <a:tcPr/>
                </a:tc>
                <a:tc>
                  <a:txBody>
                    <a:bodyPr/>
                    <a:lstStyle/>
                    <a:p>
                      <a:r>
                        <a:rPr lang="en-GB"/>
                        <a:t>42</a:t>
                      </a:r>
                    </a:p>
                  </a:txBody>
                  <a:tcPr/>
                </a:tc>
                <a:tc>
                  <a:txBody>
                    <a:bodyPr/>
                    <a:lstStyle/>
                    <a:p>
                      <a:r>
                        <a:rPr lang="en-GB"/>
                        <a:t>31</a:t>
                      </a:r>
                    </a:p>
                  </a:txBody>
                  <a:tcPr/>
                </a:tc>
                <a:tc>
                  <a:txBody>
                    <a:bodyPr/>
                    <a:lstStyle/>
                    <a:p>
                      <a:r>
                        <a:rPr lang="en-GB"/>
                        <a:t>50</a:t>
                      </a:r>
                    </a:p>
                  </a:txBody>
                  <a:tcPr/>
                </a:tc>
                <a:tc>
                  <a:txBody>
                    <a:bodyPr/>
                    <a:lstStyle/>
                    <a:p>
                      <a:r>
                        <a:rPr lang="en-GB"/>
                        <a:t>64</a:t>
                      </a:r>
                    </a:p>
                  </a:txBody>
                  <a:tcPr/>
                </a:tc>
                <a:tc>
                  <a:txBody>
                    <a:bodyPr/>
                    <a:lstStyle/>
                    <a:p>
                      <a:r>
                        <a:rPr lang="en-GB"/>
                        <a:t>63</a:t>
                      </a:r>
                    </a:p>
                  </a:txBody>
                  <a:tcPr/>
                </a:tc>
                <a:extLst>
                  <a:ext uri="{0D108BD9-81ED-4DB2-BD59-A6C34878D82A}">
                    <a16:rowId xmlns:a16="http://schemas.microsoft.com/office/drawing/2014/main" val="1169348140"/>
                  </a:ext>
                </a:extLst>
              </a:tr>
              <a:tr h="392187">
                <a:tc>
                  <a:txBody>
                    <a:bodyPr/>
                    <a:lstStyle/>
                    <a:p>
                      <a:r>
                        <a:rPr lang="en-GB"/>
                        <a:t>User 13</a:t>
                      </a:r>
                    </a:p>
                  </a:txBody>
                  <a:tcPr/>
                </a:tc>
                <a:tc>
                  <a:txBody>
                    <a:bodyPr/>
                    <a:lstStyle/>
                    <a:p>
                      <a:r>
                        <a:rPr lang="en-GB"/>
                        <a:t>100</a:t>
                      </a:r>
                    </a:p>
                  </a:txBody>
                  <a:tcPr/>
                </a:tc>
                <a:tc>
                  <a:txBody>
                    <a:bodyPr/>
                    <a:lstStyle/>
                    <a:p>
                      <a:r>
                        <a:rPr lang="en-GB"/>
                        <a:t>3</a:t>
                      </a:r>
                    </a:p>
                  </a:txBody>
                  <a:tcPr/>
                </a:tc>
                <a:tc>
                  <a:txBody>
                    <a:bodyPr/>
                    <a:lstStyle/>
                    <a:p>
                      <a:r>
                        <a:rPr lang="en-GB"/>
                        <a:t>65</a:t>
                      </a:r>
                    </a:p>
                  </a:txBody>
                  <a:tcPr/>
                </a:tc>
                <a:tc>
                  <a:txBody>
                    <a:bodyPr/>
                    <a:lstStyle/>
                    <a:p>
                      <a:r>
                        <a:rPr lang="en-GB"/>
                        <a:t>1</a:t>
                      </a:r>
                    </a:p>
                  </a:txBody>
                  <a:tcPr/>
                </a:tc>
                <a:tc>
                  <a:txBody>
                    <a:bodyPr/>
                    <a:lstStyle/>
                    <a:p>
                      <a:r>
                        <a:rPr lang="en-GB"/>
                        <a:t>40</a:t>
                      </a:r>
                    </a:p>
                  </a:txBody>
                  <a:tcPr/>
                </a:tc>
                <a:tc>
                  <a:txBody>
                    <a:bodyPr/>
                    <a:lstStyle/>
                    <a:p>
                      <a:r>
                        <a:rPr lang="en-GB"/>
                        <a:t>52</a:t>
                      </a:r>
                    </a:p>
                  </a:txBody>
                  <a:tcPr/>
                </a:tc>
                <a:tc>
                  <a:txBody>
                    <a:bodyPr/>
                    <a:lstStyle/>
                    <a:p>
                      <a:r>
                        <a:rPr lang="en-GB"/>
                        <a:t>23</a:t>
                      </a:r>
                    </a:p>
                  </a:txBody>
                  <a:tcPr/>
                </a:tc>
                <a:extLst>
                  <a:ext uri="{0D108BD9-81ED-4DB2-BD59-A6C34878D82A}">
                    <a16:rowId xmlns:a16="http://schemas.microsoft.com/office/drawing/2014/main" val="2117799903"/>
                  </a:ext>
                </a:extLst>
              </a:tr>
              <a:tr h="392187">
                <a:tc>
                  <a:txBody>
                    <a:bodyPr/>
                    <a:lstStyle/>
                    <a:p>
                      <a:r>
                        <a:rPr lang="en-GB"/>
                        <a:t>User 14</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100</a:t>
                      </a:r>
                    </a:p>
                  </a:txBody>
                  <a:tcPr/>
                </a:tc>
                <a:extLst>
                  <a:ext uri="{0D108BD9-81ED-4DB2-BD59-A6C34878D82A}">
                    <a16:rowId xmlns:a16="http://schemas.microsoft.com/office/drawing/2014/main" val="1440013748"/>
                  </a:ext>
                </a:extLst>
              </a:tr>
              <a:tr h="392187">
                <a:tc>
                  <a:txBody>
                    <a:bodyPr/>
                    <a:lstStyle/>
                    <a:p>
                      <a:r>
                        <a:rPr lang="en-GB"/>
                        <a:t>User 15</a:t>
                      </a:r>
                    </a:p>
                  </a:txBody>
                  <a:tcPr/>
                </a:tc>
                <a:tc>
                  <a:txBody>
                    <a:bodyPr/>
                    <a:lstStyle/>
                    <a:p>
                      <a:r>
                        <a:rPr lang="en-GB"/>
                        <a:t>1</a:t>
                      </a:r>
                    </a:p>
                  </a:txBody>
                  <a:tcPr/>
                </a:tc>
                <a:tc>
                  <a:txBody>
                    <a:bodyPr/>
                    <a:lstStyle/>
                    <a:p>
                      <a:r>
                        <a:rPr lang="en-GB"/>
                        <a:t>1</a:t>
                      </a:r>
                    </a:p>
                  </a:txBody>
                  <a:tcPr/>
                </a:tc>
                <a:tc>
                  <a:txBody>
                    <a:bodyPr/>
                    <a:lstStyle/>
                    <a:p>
                      <a:r>
                        <a:rPr lang="en-GB"/>
                        <a:t>1</a:t>
                      </a:r>
                    </a:p>
                  </a:txBody>
                  <a:tcPr/>
                </a:tc>
                <a:tc>
                  <a:txBody>
                    <a:bodyPr/>
                    <a:lstStyle/>
                    <a:p>
                      <a:r>
                        <a:rPr lang="en-GB"/>
                        <a:t>100</a:t>
                      </a:r>
                    </a:p>
                  </a:txBody>
                  <a:tcPr/>
                </a:tc>
                <a:tc>
                  <a:txBody>
                    <a:bodyPr/>
                    <a:lstStyle/>
                    <a:p>
                      <a:r>
                        <a:rPr lang="en-GB"/>
                        <a:t>100</a:t>
                      </a:r>
                    </a:p>
                  </a:txBody>
                  <a:tcPr/>
                </a:tc>
                <a:tc>
                  <a:txBody>
                    <a:bodyPr/>
                    <a:lstStyle/>
                    <a:p>
                      <a:r>
                        <a:rPr lang="en-GB"/>
                        <a:t>1</a:t>
                      </a:r>
                    </a:p>
                  </a:txBody>
                  <a:tcPr/>
                </a:tc>
                <a:tc>
                  <a:txBody>
                    <a:bodyPr/>
                    <a:lstStyle/>
                    <a:p>
                      <a:r>
                        <a:rPr lang="en-GB"/>
                        <a:t>1</a:t>
                      </a:r>
                    </a:p>
                  </a:txBody>
                  <a:tcPr/>
                </a:tc>
                <a:extLst>
                  <a:ext uri="{0D108BD9-81ED-4DB2-BD59-A6C34878D82A}">
                    <a16:rowId xmlns:a16="http://schemas.microsoft.com/office/drawing/2014/main" val="625223023"/>
                  </a:ext>
                </a:extLst>
              </a:tr>
              <a:tr h="392187">
                <a:tc>
                  <a:txBody>
                    <a:bodyPr/>
                    <a:lstStyle/>
                    <a:p>
                      <a:r>
                        <a:rPr lang="en-GB"/>
                        <a:t>User 16</a:t>
                      </a:r>
                    </a:p>
                  </a:txBody>
                  <a:tcPr/>
                </a:tc>
                <a:tc>
                  <a:txBody>
                    <a:bodyPr/>
                    <a:lstStyle/>
                    <a:p>
                      <a:r>
                        <a:rPr lang="en-GB"/>
                        <a:t>50</a:t>
                      </a:r>
                    </a:p>
                  </a:txBody>
                  <a:tcPr/>
                </a:tc>
                <a:tc>
                  <a:txBody>
                    <a:bodyPr/>
                    <a:lstStyle/>
                    <a:p>
                      <a:r>
                        <a:rPr lang="en-GB"/>
                        <a:t>62</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4050332123"/>
                  </a:ext>
                </a:extLst>
              </a:tr>
              <a:tr h="392187">
                <a:tc>
                  <a:txBody>
                    <a:bodyPr/>
                    <a:lstStyle/>
                    <a:p>
                      <a:r>
                        <a:rPr lang="en-GB"/>
                        <a:t>User 17</a:t>
                      </a:r>
                    </a:p>
                  </a:txBody>
                  <a:tcPr/>
                </a:tc>
                <a:tc>
                  <a:txBody>
                    <a:bodyPr/>
                    <a:lstStyle/>
                    <a:p>
                      <a:r>
                        <a:rPr lang="en-GB"/>
                        <a:t>50</a:t>
                      </a:r>
                    </a:p>
                  </a:txBody>
                  <a:tcPr/>
                </a:tc>
                <a:tc>
                  <a:txBody>
                    <a:bodyPr/>
                    <a:lstStyle/>
                    <a:p>
                      <a:r>
                        <a:rPr lang="en-GB"/>
                        <a:t>69</a:t>
                      </a:r>
                    </a:p>
                  </a:txBody>
                  <a:tcPr/>
                </a:tc>
                <a:tc>
                  <a:txBody>
                    <a:bodyPr/>
                    <a:lstStyle/>
                    <a:p>
                      <a:r>
                        <a:rPr lang="en-GB"/>
                        <a:t>50</a:t>
                      </a:r>
                    </a:p>
                  </a:txBody>
                  <a:tcPr/>
                </a:tc>
                <a:tc>
                  <a:txBody>
                    <a:bodyPr/>
                    <a:lstStyle/>
                    <a:p>
                      <a:r>
                        <a:rPr lang="en-GB"/>
                        <a:t>82</a:t>
                      </a:r>
                    </a:p>
                  </a:txBody>
                  <a:tcPr/>
                </a:tc>
                <a:tc>
                  <a:txBody>
                    <a:bodyPr/>
                    <a:lstStyle/>
                    <a:p>
                      <a:r>
                        <a:rPr lang="en-GB"/>
                        <a:t>50</a:t>
                      </a:r>
                    </a:p>
                  </a:txBody>
                  <a:tcPr/>
                </a:tc>
                <a:tc>
                  <a:txBody>
                    <a:bodyPr/>
                    <a:lstStyle/>
                    <a:p>
                      <a:r>
                        <a:rPr lang="en-GB"/>
                        <a:t>40</a:t>
                      </a:r>
                    </a:p>
                  </a:txBody>
                  <a:tcPr/>
                </a:tc>
                <a:tc>
                  <a:txBody>
                    <a:bodyPr/>
                    <a:lstStyle/>
                    <a:p>
                      <a:r>
                        <a:rPr lang="en-GB"/>
                        <a:t>25</a:t>
                      </a:r>
                    </a:p>
                  </a:txBody>
                  <a:tcPr/>
                </a:tc>
                <a:extLst>
                  <a:ext uri="{0D108BD9-81ED-4DB2-BD59-A6C34878D82A}">
                    <a16:rowId xmlns:a16="http://schemas.microsoft.com/office/drawing/2014/main" val="2388702003"/>
                  </a:ext>
                </a:extLst>
              </a:tr>
              <a:tr h="392187">
                <a:tc>
                  <a:txBody>
                    <a:bodyPr/>
                    <a:lstStyle/>
                    <a:p>
                      <a:r>
                        <a:rPr lang="en-GB"/>
                        <a:t>User 18</a:t>
                      </a:r>
                    </a:p>
                  </a:txBody>
                  <a:tcPr/>
                </a:tc>
                <a:tc>
                  <a:txBody>
                    <a:bodyPr/>
                    <a:lstStyle/>
                    <a:p>
                      <a:r>
                        <a:rPr lang="en-GB"/>
                        <a:t>86</a:t>
                      </a:r>
                    </a:p>
                  </a:txBody>
                  <a:tcPr/>
                </a:tc>
                <a:tc>
                  <a:txBody>
                    <a:bodyPr/>
                    <a:lstStyle/>
                    <a:p>
                      <a:r>
                        <a:rPr lang="en-GB"/>
                        <a:t>1</a:t>
                      </a:r>
                    </a:p>
                  </a:txBody>
                  <a:tcPr/>
                </a:tc>
                <a:tc>
                  <a:txBody>
                    <a:bodyPr/>
                    <a:lstStyle/>
                    <a:p>
                      <a:r>
                        <a:rPr lang="en-GB"/>
                        <a:t>15</a:t>
                      </a:r>
                    </a:p>
                  </a:txBody>
                  <a:tcPr/>
                </a:tc>
                <a:tc>
                  <a:txBody>
                    <a:bodyPr/>
                    <a:lstStyle/>
                    <a:p>
                      <a:r>
                        <a:rPr lang="en-GB"/>
                        <a:t>1</a:t>
                      </a:r>
                    </a:p>
                  </a:txBody>
                  <a:tcPr/>
                </a:tc>
                <a:tc>
                  <a:txBody>
                    <a:bodyPr/>
                    <a:lstStyle/>
                    <a:p>
                      <a:r>
                        <a:rPr lang="en-GB"/>
                        <a:t>40</a:t>
                      </a:r>
                    </a:p>
                  </a:txBody>
                  <a:tcPr/>
                </a:tc>
                <a:tc>
                  <a:txBody>
                    <a:bodyPr/>
                    <a:lstStyle/>
                    <a:p>
                      <a:r>
                        <a:rPr lang="en-GB"/>
                        <a:t>40</a:t>
                      </a:r>
                    </a:p>
                  </a:txBody>
                  <a:tcPr/>
                </a:tc>
                <a:tc>
                  <a:txBody>
                    <a:bodyPr/>
                    <a:lstStyle/>
                    <a:p>
                      <a:r>
                        <a:rPr lang="en-GB"/>
                        <a:t>38</a:t>
                      </a:r>
                    </a:p>
                  </a:txBody>
                  <a:tcPr/>
                </a:tc>
                <a:extLst>
                  <a:ext uri="{0D108BD9-81ED-4DB2-BD59-A6C34878D82A}">
                    <a16:rowId xmlns:a16="http://schemas.microsoft.com/office/drawing/2014/main" val="1315682715"/>
                  </a:ext>
                </a:extLst>
              </a:tr>
            </a:tbl>
          </a:graphicData>
        </a:graphic>
      </p:graphicFrame>
    </p:spTree>
    <p:extLst>
      <p:ext uri="{BB962C8B-B14F-4D97-AF65-F5344CB8AC3E}">
        <p14:creationId xmlns:p14="http://schemas.microsoft.com/office/powerpoint/2010/main" val="2685371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54CD0-C660-7AAA-B7F2-52345B85E16F}"/>
              </a:ext>
            </a:extLst>
          </p:cNvPr>
          <p:cNvSpPr>
            <a:spLocks noGrp="1"/>
          </p:cNvSpPr>
          <p:nvPr>
            <p:ph type="title"/>
          </p:nvPr>
        </p:nvSpPr>
        <p:spPr/>
        <p:txBody>
          <a:bodyPr/>
          <a:lstStyle/>
          <a:p>
            <a:endParaRPr lang="en-GB"/>
          </a:p>
        </p:txBody>
      </p:sp>
      <p:graphicFrame>
        <p:nvGraphicFramePr>
          <p:cNvPr id="4" name="Content Placeholder 3">
            <a:extLst>
              <a:ext uri="{FF2B5EF4-FFF2-40B4-BE49-F238E27FC236}">
                <a16:creationId xmlns:a16="http://schemas.microsoft.com/office/drawing/2014/main" id="{70A1A547-8D10-4D1F-30A9-73B57617A9EC}"/>
              </a:ext>
            </a:extLst>
          </p:cNvPr>
          <p:cNvGraphicFramePr>
            <a:graphicFrameLocks noGrp="1"/>
          </p:cNvGraphicFramePr>
          <p:nvPr>
            <p:ph idx="1"/>
            <p:extLst>
              <p:ext uri="{D42A27DB-BD31-4B8C-83A1-F6EECF244321}">
                <p14:modId xmlns:p14="http://schemas.microsoft.com/office/powerpoint/2010/main" val="2993602101"/>
              </p:ext>
            </p:extLst>
          </p:nvPr>
        </p:nvGraphicFramePr>
        <p:xfrm>
          <a:off x="-275771" y="0"/>
          <a:ext cx="12932227" cy="7589520"/>
        </p:xfrm>
        <a:graphic>
          <a:graphicData uri="http://schemas.openxmlformats.org/drawingml/2006/table">
            <a:tbl>
              <a:tblPr firstRow="1" bandRow="1">
                <a:tableStyleId>{5C22544A-7EE6-4342-B048-85BDC9FD1C3A}</a:tableStyleId>
              </a:tblPr>
              <a:tblGrid>
                <a:gridCol w="1847461">
                  <a:extLst>
                    <a:ext uri="{9D8B030D-6E8A-4147-A177-3AD203B41FA5}">
                      <a16:colId xmlns:a16="http://schemas.microsoft.com/office/drawing/2014/main" val="3301535065"/>
                    </a:ext>
                  </a:extLst>
                </a:gridCol>
                <a:gridCol w="1847461">
                  <a:extLst>
                    <a:ext uri="{9D8B030D-6E8A-4147-A177-3AD203B41FA5}">
                      <a16:colId xmlns:a16="http://schemas.microsoft.com/office/drawing/2014/main" val="393007557"/>
                    </a:ext>
                  </a:extLst>
                </a:gridCol>
                <a:gridCol w="1847461">
                  <a:extLst>
                    <a:ext uri="{9D8B030D-6E8A-4147-A177-3AD203B41FA5}">
                      <a16:colId xmlns:a16="http://schemas.microsoft.com/office/drawing/2014/main" val="2286384413"/>
                    </a:ext>
                  </a:extLst>
                </a:gridCol>
                <a:gridCol w="1847461">
                  <a:extLst>
                    <a:ext uri="{9D8B030D-6E8A-4147-A177-3AD203B41FA5}">
                      <a16:colId xmlns:a16="http://schemas.microsoft.com/office/drawing/2014/main" val="2052890899"/>
                    </a:ext>
                  </a:extLst>
                </a:gridCol>
                <a:gridCol w="1847461">
                  <a:extLst>
                    <a:ext uri="{9D8B030D-6E8A-4147-A177-3AD203B41FA5}">
                      <a16:colId xmlns:a16="http://schemas.microsoft.com/office/drawing/2014/main" val="2668061030"/>
                    </a:ext>
                  </a:extLst>
                </a:gridCol>
                <a:gridCol w="1847461">
                  <a:extLst>
                    <a:ext uri="{9D8B030D-6E8A-4147-A177-3AD203B41FA5}">
                      <a16:colId xmlns:a16="http://schemas.microsoft.com/office/drawing/2014/main" val="1578013490"/>
                    </a:ext>
                  </a:extLst>
                </a:gridCol>
                <a:gridCol w="1847461">
                  <a:extLst>
                    <a:ext uri="{9D8B030D-6E8A-4147-A177-3AD203B41FA5}">
                      <a16:colId xmlns:a16="http://schemas.microsoft.com/office/drawing/2014/main" val="2979160422"/>
                    </a:ext>
                  </a:extLst>
                </a:gridCol>
              </a:tblGrid>
              <a:tr h="370840">
                <a:tc>
                  <a:txBody>
                    <a:bodyPr/>
                    <a:lstStyle/>
                    <a:p>
                      <a:r>
                        <a:rPr lang="en-GB"/>
                        <a:t>User</a:t>
                      </a:r>
                    </a:p>
                  </a:txBody>
                  <a:tcPr/>
                </a:tc>
                <a:tc>
                  <a:txBody>
                    <a:bodyPr/>
                    <a:lstStyle/>
                    <a:p>
                      <a:r>
                        <a:rPr lang="en-GB"/>
                        <a:t>SML Jump Gap (1 to 100)</a:t>
                      </a:r>
                    </a:p>
                  </a:txBody>
                  <a:tcPr/>
                </a:tc>
                <a:tc>
                  <a:txBody>
                    <a:bodyPr/>
                    <a:lstStyle/>
                    <a:p>
                      <a:r>
                        <a:rPr lang="en-GB"/>
                        <a:t>MED Jump Gap (1 to 100)</a:t>
                      </a:r>
                    </a:p>
                  </a:txBody>
                  <a:tcPr/>
                </a:tc>
                <a:tc>
                  <a:txBody>
                    <a:bodyPr/>
                    <a:lstStyle/>
                    <a:p>
                      <a:r>
                        <a:rPr lang="en-GB"/>
                        <a:t>LRG Jump Gap (1 to 100)</a:t>
                      </a:r>
                    </a:p>
                  </a:txBody>
                  <a:tcPr/>
                </a:tc>
                <a:tc>
                  <a:txBody>
                    <a:bodyPr/>
                    <a:lstStyle/>
                    <a:p>
                      <a:r>
                        <a:rPr lang="en-GB"/>
                        <a:t>Number of Sections (2 to 9)</a:t>
                      </a:r>
                    </a:p>
                  </a:txBody>
                  <a:tcPr/>
                </a:tc>
                <a:tc>
                  <a:txBody>
                    <a:bodyPr/>
                    <a:lstStyle/>
                    <a:p>
                      <a:r>
                        <a:rPr lang="en-GB"/>
                        <a:t>Section Size (25 to 100)</a:t>
                      </a:r>
                    </a:p>
                  </a:txBody>
                  <a:tcPr/>
                </a:tc>
                <a:tc>
                  <a:txBody>
                    <a:bodyPr/>
                    <a:lstStyle/>
                    <a:p>
                      <a:r>
                        <a:rPr lang="en-GB"/>
                        <a:t>Direction Change Chance (1 to 50)</a:t>
                      </a:r>
                    </a:p>
                  </a:txBody>
                  <a:tcPr/>
                </a:tc>
                <a:extLst>
                  <a:ext uri="{0D108BD9-81ED-4DB2-BD59-A6C34878D82A}">
                    <a16:rowId xmlns:a16="http://schemas.microsoft.com/office/drawing/2014/main" val="3046297550"/>
                  </a:ext>
                </a:extLst>
              </a:tr>
              <a:tr h="370840">
                <a:tc>
                  <a:txBody>
                    <a:bodyPr/>
                    <a:lstStyle/>
                    <a:p>
                      <a:r>
                        <a:rPr lang="en-GB"/>
                        <a:t>User 1</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3</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1610863394"/>
                  </a:ext>
                </a:extLst>
              </a:tr>
              <a:tr h="370840">
                <a:tc>
                  <a:txBody>
                    <a:bodyPr/>
                    <a:lstStyle/>
                    <a:p>
                      <a:r>
                        <a:rPr lang="en-GB"/>
                        <a:t>User 2</a:t>
                      </a:r>
                    </a:p>
                  </a:txBody>
                  <a:tcPr/>
                </a:tc>
                <a:tc>
                  <a:txBody>
                    <a:bodyPr/>
                    <a:lstStyle/>
                    <a:p>
                      <a:r>
                        <a:rPr lang="en-GB"/>
                        <a:t>28</a:t>
                      </a:r>
                    </a:p>
                  </a:txBody>
                  <a:tcPr/>
                </a:tc>
                <a:tc>
                  <a:txBody>
                    <a:bodyPr/>
                    <a:lstStyle/>
                    <a:p>
                      <a:r>
                        <a:rPr lang="en-GB"/>
                        <a:t>73</a:t>
                      </a:r>
                    </a:p>
                  </a:txBody>
                  <a:tcPr/>
                </a:tc>
                <a:tc>
                  <a:txBody>
                    <a:bodyPr/>
                    <a:lstStyle/>
                    <a:p>
                      <a:r>
                        <a:rPr lang="en-GB"/>
                        <a:t>71</a:t>
                      </a:r>
                    </a:p>
                  </a:txBody>
                  <a:tcPr/>
                </a:tc>
                <a:tc>
                  <a:txBody>
                    <a:bodyPr/>
                    <a:lstStyle/>
                    <a:p>
                      <a:r>
                        <a:rPr lang="en-GB"/>
                        <a:t>4</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9998967"/>
                  </a:ext>
                </a:extLst>
              </a:tr>
              <a:tr h="370840">
                <a:tc>
                  <a:txBody>
                    <a:bodyPr/>
                    <a:lstStyle/>
                    <a:p>
                      <a:r>
                        <a:rPr lang="en-GB"/>
                        <a:t>User 3</a:t>
                      </a:r>
                    </a:p>
                  </a:txBody>
                  <a:tcPr/>
                </a:tc>
                <a:tc>
                  <a:txBody>
                    <a:bodyPr/>
                    <a:lstStyle/>
                    <a:p>
                      <a:r>
                        <a:rPr lang="en-GB"/>
                        <a:t>61</a:t>
                      </a:r>
                    </a:p>
                  </a:txBody>
                  <a:tcPr/>
                </a:tc>
                <a:tc>
                  <a:txBody>
                    <a:bodyPr/>
                    <a:lstStyle/>
                    <a:p>
                      <a:r>
                        <a:rPr lang="en-GB"/>
                        <a:t>56</a:t>
                      </a:r>
                    </a:p>
                  </a:txBody>
                  <a:tcPr/>
                </a:tc>
                <a:tc>
                  <a:txBody>
                    <a:bodyPr/>
                    <a:lstStyle/>
                    <a:p>
                      <a:r>
                        <a:rPr lang="en-GB"/>
                        <a:t>67</a:t>
                      </a:r>
                    </a:p>
                  </a:txBody>
                  <a:tcPr/>
                </a:tc>
                <a:tc>
                  <a:txBody>
                    <a:bodyPr/>
                    <a:lstStyle/>
                    <a:p>
                      <a:r>
                        <a:rPr lang="en-GB"/>
                        <a:t>2</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162451219"/>
                  </a:ext>
                </a:extLst>
              </a:tr>
              <a:tr h="370840">
                <a:tc>
                  <a:txBody>
                    <a:bodyPr/>
                    <a:lstStyle/>
                    <a:p>
                      <a:r>
                        <a:rPr lang="en-GB"/>
                        <a:t>User 4</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2</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727733892"/>
                  </a:ext>
                </a:extLst>
              </a:tr>
              <a:tr h="370840">
                <a:tc>
                  <a:txBody>
                    <a:bodyPr/>
                    <a:lstStyle/>
                    <a:p>
                      <a:r>
                        <a:rPr lang="en-GB"/>
                        <a:t>User 5</a:t>
                      </a:r>
                    </a:p>
                  </a:txBody>
                  <a:tcPr/>
                </a:tc>
                <a:tc>
                  <a:txBody>
                    <a:bodyPr/>
                    <a:lstStyle/>
                    <a:p>
                      <a:r>
                        <a:rPr lang="en-GB"/>
                        <a:t>29</a:t>
                      </a:r>
                    </a:p>
                  </a:txBody>
                  <a:tcPr/>
                </a:tc>
                <a:tc>
                  <a:txBody>
                    <a:bodyPr/>
                    <a:lstStyle/>
                    <a:p>
                      <a:r>
                        <a:rPr lang="en-GB"/>
                        <a:t>61</a:t>
                      </a:r>
                    </a:p>
                  </a:txBody>
                  <a:tcPr/>
                </a:tc>
                <a:tc>
                  <a:txBody>
                    <a:bodyPr/>
                    <a:lstStyle/>
                    <a:p>
                      <a:r>
                        <a:rPr lang="en-GB"/>
                        <a:t>68</a:t>
                      </a:r>
                    </a:p>
                  </a:txBody>
                  <a:tcPr/>
                </a:tc>
                <a:tc>
                  <a:txBody>
                    <a:bodyPr/>
                    <a:lstStyle/>
                    <a:p>
                      <a:r>
                        <a:rPr lang="en-GB"/>
                        <a:t>6</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370643919"/>
                  </a:ext>
                </a:extLst>
              </a:tr>
              <a:tr h="370840">
                <a:tc>
                  <a:txBody>
                    <a:bodyPr/>
                    <a:lstStyle/>
                    <a:p>
                      <a:r>
                        <a:rPr lang="en-GB"/>
                        <a:t>User 6</a:t>
                      </a:r>
                    </a:p>
                  </a:txBody>
                  <a:tcPr/>
                </a:tc>
                <a:tc>
                  <a:txBody>
                    <a:bodyPr/>
                    <a:lstStyle/>
                    <a:p>
                      <a:r>
                        <a:rPr lang="en-GB"/>
                        <a:t>50</a:t>
                      </a:r>
                    </a:p>
                  </a:txBody>
                  <a:tcPr/>
                </a:tc>
                <a:tc>
                  <a:txBody>
                    <a:bodyPr/>
                    <a:lstStyle/>
                    <a:p>
                      <a:r>
                        <a:rPr lang="en-GB"/>
                        <a:t>50</a:t>
                      </a:r>
                    </a:p>
                  </a:txBody>
                  <a:tcPr/>
                </a:tc>
                <a:tc>
                  <a:txBody>
                    <a:bodyPr/>
                    <a:lstStyle/>
                    <a:p>
                      <a:r>
                        <a:rPr lang="en-GB"/>
                        <a:t>50</a:t>
                      </a:r>
                    </a:p>
                  </a:txBody>
                  <a:tcPr/>
                </a:tc>
                <a:tc>
                  <a:txBody>
                    <a:bodyPr/>
                    <a:lstStyle/>
                    <a:p>
                      <a:r>
                        <a:rPr lang="en-GB"/>
                        <a:t>3</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4242046731"/>
                  </a:ext>
                </a:extLst>
              </a:tr>
              <a:tr h="370840">
                <a:tc>
                  <a:txBody>
                    <a:bodyPr/>
                    <a:lstStyle/>
                    <a:p>
                      <a:r>
                        <a:rPr lang="en-GB"/>
                        <a:t>User 7</a:t>
                      </a:r>
                    </a:p>
                  </a:txBody>
                  <a:tcPr/>
                </a:tc>
                <a:tc>
                  <a:txBody>
                    <a:bodyPr/>
                    <a:lstStyle/>
                    <a:p>
                      <a:r>
                        <a:rPr lang="en-GB"/>
                        <a:t>50</a:t>
                      </a:r>
                    </a:p>
                  </a:txBody>
                  <a:tcPr/>
                </a:tc>
                <a:tc>
                  <a:txBody>
                    <a:bodyPr/>
                    <a:lstStyle/>
                    <a:p>
                      <a:r>
                        <a:rPr lang="en-GB"/>
                        <a:t>50</a:t>
                      </a:r>
                    </a:p>
                  </a:txBody>
                  <a:tcPr/>
                </a:tc>
                <a:tc>
                  <a:txBody>
                    <a:bodyPr/>
                    <a:lstStyle/>
                    <a:p>
                      <a:r>
                        <a:rPr lang="en-GB"/>
                        <a:t>100</a:t>
                      </a:r>
                    </a:p>
                  </a:txBody>
                  <a:tcPr/>
                </a:tc>
                <a:tc>
                  <a:txBody>
                    <a:bodyPr/>
                    <a:lstStyle/>
                    <a:p>
                      <a:r>
                        <a:rPr lang="en-GB"/>
                        <a:t>2</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2589574205"/>
                  </a:ext>
                </a:extLst>
              </a:tr>
              <a:tr h="370840">
                <a:tc>
                  <a:txBody>
                    <a:bodyPr/>
                    <a:lstStyle/>
                    <a:p>
                      <a:r>
                        <a:rPr lang="en-GB"/>
                        <a:t>User 8</a:t>
                      </a:r>
                    </a:p>
                  </a:txBody>
                  <a:tcPr/>
                </a:tc>
                <a:tc>
                  <a:txBody>
                    <a:bodyPr/>
                    <a:lstStyle/>
                    <a:p>
                      <a:r>
                        <a:rPr lang="en-GB"/>
                        <a:t>50</a:t>
                      </a:r>
                    </a:p>
                  </a:txBody>
                  <a:tcPr/>
                </a:tc>
                <a:tc>
                  <a:txBody>
                    <a:bodyPr/>
                    <a:lstStyle/>
                    <a:p>
                      <a:r>
                        <a:rPr lang="en-GB"/>
                        <a:t>100</a:t>
                      </a:r>
                    </a:p>
                  </a:txBody>
                  <a:tcPr/>
                </a:tc>
                <a:tc>
                  <a:txBody>
                    <a:bodyPr/>
                    <a:lstStyle/>
                    <a:p>
                      <a:r>
                        <a:rPr lang="en-GB"/>
                        <a:t>100</a:t>
                      </a:r>
                    </a:p>
                  </a:txBody>
                  <a:tcPr/>
                </a:tc>
                <a:tc>
                  <a:txBody>
                    <a:bodyPr/>
                    <a:lstStyle/>
                    <a:p>
                      <a:r>
                        <a:rPr lang="en-GB"/>
                        <a:t>2</a:t>
                      </a:r>
                    </a:p>
                  </a:txBody>
                  <a:tcPr/>
                </a:tc>
                <a:tc>
                  <a:txBody>
                    <a:bodyPr/>
                    <a:lstStyle/>
                    <a:p>
                      <a:r>
                        <a:rPr lang="en-GB"/>
                        <a:t>25</a:t>
                      </a:r>
                    </a:p>
                  </a:txBody>
                  <a:tcPr/>
                </a:tc>
                <a:tc>
                  <a:txBody>
                    <a:bodyPr/>
                    <a:lstStyle/>
                    <a:p>
                      <a:r>
                        <a:rPr lang="en-GB"/>
                        <a:t>50</a:t>
                      </a:r>
                    </a:p>
                  </a:txBody>
                  <a:tcPr/>
                </a:tc>
                <a:extLst>
                  <a:ext uri="{0D108BD9-81ED-4DB2-BD59-A6C34878D82A}">
                    <a16:rowId xmlns:a16="http://schemas.microsoft.com/office/drawing/2014/main" val="104014576"/>
                  </a:ext>
                </a:extLst>
              </a:tr>
              <a:tr h="370840">
                <a:tc>
                  <a:txBody>
                    <a:bodyPr/>
                    <a:lstStyle/>
                    <a:p>
                      <a:r>
                        <a:rPr lang="en-GB"/>
                        <a:t>User 9</a:t>
                      </a:r>
                    </a:p>
                  </a:txBody>
                  <a:tcPr/>
                </a:tc>
                <a:tc>
                  <a:txBody>
                    <a:bodyPr/>
                    <a:lstStyle/>
                    <a:p>
                      <a:r>
                        <a:rPr lang="en-GB"/>
                        <a:t>87</a:t>
                      </a:r>
                    </a:p>
                  </a:txBody>
                  <a:tcPr/>
                </a:tc>
                <a:tc>
                  <a:txBody>
                    <a:bodyPr/>
                    <a:lstStyle/>
                    <a:p>
                      <a:r>
                        <a:rPr lang="en-GB"/>
                        <a:t>29</a:t>
                      </a:r>
                    </a:p>
                  </a:txBody>
                  <a:tcPr/>
                </a:tc>
                <a:tc>
                  <a:txBody>
                    <a:bodyPr/>
                    <a:lstStyle/>
                    <a:p>
                      <a:r>
                        <a:rPr lang="en-GB"/>
                        <a:t>17</a:t>
                      </a:r>
                    </a:p>
                  </a:txBody>
                  <a:tcPr/>
                </a:tc>
                <a:tc>
                  <a:txBody>
                    <a:bodyPr/>
                    <a:lstStyle/>
                    <a:p>
                      <a:r>
                        <a:rPr lang="en-GB"/>
                        <a:t>2</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626639404"/>
                  </a:ext>
                </a:extLst>
              </a:tr>
              <a:tr h="370840">
                <a:tc>
                  <a:txBody>
                    <a:bodyPr/>
                    <a:lstStyle/>
                    <a:p>
                      <a:r>
                        <a:rPr lang="en-GB"/>
                        <a:t>User 10</a:t>
                      </a:r>
                    </a:p>
                  </a:txBody>
                  <a:tcPr/>
                </a:tc>
                <a:tc>
                  <a:txBody>
                    <a:bodyPr/>
                    <a:lstStyle/>
                    <a:p>
                      <a:r>
                        <a:rPr lang="en-GB"/>
                        <a:t>50</a:t>
                      </a:r>
                    </a:p>
                  </a:txBody>
                  <a:tcPr/>
                </a:tc>
                <a:tc>
                  <a:txBody>
                    <a:bodyPr/>
                    <a:lstStyle/>
                    <a:p>
                      <a:r>
                        <a:rPr lang="en-GB"/>
                        <a:t>1</a:t>
                      </a:r>
                    </a:p>
                  </a:txBody>
                  <a:tcPr/>
                </a:tc>
                <a:tc>
                  <a:txBody>
                    <a:bodyPr/>
                    <a:lstStyle/>
                    <a:p>
                      <a:r>
                        <a:rPr lang="en-GB"/>
                        <a:t>1</a:t>
                      </a:r>
                    </a:p>
                  </a:txBody>
                  <a:tcPr/>
                </a:tc>
                <a:tc>
                  <a:txBody>
                    <a:bodyPr/>
                    <a:lstStyle/>
                    <a:p>
                      <a:r>
                        <a:rPr lang="en-GB"/>
                        <a:t>2</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3469185588"/>
                  </a:ext>
                </a:extLst>
              </a:tr>
              <a:tr h="370840">
                <a:tc>
                  <a:txBody>
                    <a:bodyPr/>
                    <a:lstStyle/>
                    <a:p>
                      <a:r>
                        <a:rPr lang="en-GB"/>
                        <a:t>User 11</a:t>
                      </a:r>
                    </a:p>
                  </a:txBody>
                  <a:tcPr/>
                </a:tc>
                <a:tc>
                  <a:txBody>
                    <a:bodyPr/>
                    <a:lstStyle/>
                    <a:p>
                      <a:r>
                        <a:rPr lang="en-GB"/>
                        <a:t>75</a:t>
                      </a:r>
                    </a:p>
                  </a:txBody>
                  <a:tcPr/>
                </a:tc>
                <a:tc>
                  <a:txBody>
                    <a:bodyPr/>
                    <a:lstStyle/>
                    <a:p>
                      <a:r>
                        <a:rPr lang="en-GB"/>
                        <a:t>74</a:t>
                      </a:r>
                    </a:p>
                  </a:txBody>
                  <a:tcPr/>
                </a:tc>
                <a:tc>
                  <a:txBody>
                    <a:bodyPr/>
                    <a:lstStyle/>
                    <a:p>
                      <a:r>
                        <a:rPr lang="en-GB"/>
                        <a:t>48</a:t>
                      </a:r>
                    </a:p>
                  </a:txBody>
                  <a:tcPr/>
                </a:tc>
                <a:tc>
                  <a:txBody>
                    <a:bodyPr/>
                    <a:lstStyle/>
                    <a:p>
                      <a:r>
                        <a:rPr lang="en-GB"/>
                        <a:t>3</a:t>
                      </a:r>
                    </a:p>
                  </a:txBody>
                  <a:tcPr/>
                </a:tc>
                <a:tc>
                  <a:txBody>
                    <a:bodyPr/>
                    <a:lstStyle/>
                    <a:p>
                      <a:r>
                        <a:rPr lang="en-GB"/>
                        <a:t>25</a:t>
                      </a:r>
                    </a:p>
                  </a:txBody>
                  <a:tcPr/>
                </a:tc>
                <a:tc>
                  <a:txBody>
                    <a:bodyPr/>
                    <a:lstStyle/>
                    <a:p>
                      <a:r>
                        <a:rPr lang="en-GB"/>
                        <a:t>32</a:t>
                      </a:r>
                    </a:p>
                  </a:txBody>
                  <a:tcPr/>
                </a:tc>
                <a:extLst>
                  <a:ext uri="{0D108BD9-81ED-4DB2-BD59-A6C34878D82A}">
                    <a16:rowId xmlns:a16="http://schemas.microsoft.com/office/drawing/2014/main" val="3943327233"/>
                  </a:ext>
                </a:extLst>
              </a:tr>
              <a:tr h="370840">
                <a:tc>
                  <a:txBody>
                    <a:bodyPr/>
                    <a:lstStyle/>
                    <a:p>
                      <a:r>
                        <a:rPr lang="en-GB"/>
                        <a:t>User 12</a:t>
                      </a:r>
                    </a:p>
                  </a:txBody>
                  <a:tcPr/>
                </a:tc>
                <a:tc>
                  <a:txBody>
                    <a:bodyPr/>
                    <a:lstStyle/>
                    <a:p>
                      <a:r>
                        <a:rPr lang="en-GB"/>
                        <a:t>67</a:t>
                      </a:r>
                    </a:p>
                  </a:txBody>
                  <a:tcPr/>
                </a:tc>
                <a:tc>
                  <a:txBody>
                    <a:bodyPr/>
                    <a:lstStyle/>
                    <a:p>
                      <a:r>
                        <a:rPr lang="en-GB"/>
                        <a:t>42</a:t>
                      </a:r>
                    </a:p>
                  </a:txBody>
                  <a:tcPr/>
                </a:tc>
                <a:tc>
                  <a:txBody>
                    <a:bodyPr/>
                    <a:lstStyle/>
                    <a:p>
                      <a:r>
                        <a:rPr lang="en-GB"/>
                        <a:t>32</a:t>
                      </a:r>
                    </a:p>
                  </a:txBody>
                  <a:tcPr/>
                </a:tc>
                <a:tc>
                  <a:txBody>
                    <a:bodyPr/>
                    <a:lstStyle/>
                    <a:p>
                      <a:r>
                        <a:rPr lang="en-GB"/>
                        <a:t>6</a:t>
                      </a:r>
                    </a:p>
                  </a:txBody>
                  <a:tcPr/>
                </a:tc>
                <a:tc>
                  <a:txBody>
                    <a:bodyPr/>
                    <a:lstStyle/>
                    <a:p>
                      <a:r>
                        <a:rPr lang="en-GB"/>
                        <a:t>25</a:t>
                      </a:r>
                    </a:p>
                  </a:txBody>
                  <a:tcPr/>
                </a:tc>
                <a:tc>
                  <a:txBody>
                    <a:bodyPr/>
                    <a:lstStyle/>
                    <a:p>
                      <a:r>
                        <a:rPr lang="en-GB"/>
                        <a:t>30</a:t>
                      </a:r>
                    </a:p>
                  </a:txBody>
                  <a:tcPr/>
                </a:tc>
                <a:extLst>
                  <a:ext uri="{0D108BD9-81ED-4DB2-BD59-A6C34878D82A}">
                    <a16:rowId xmlns:a16="http://schemas.microsoft.com/office/drawing/2014/main" val="1510192145"/>
                  </a:ext>
                </a:extLst>
              </a:tr>
              <a:tr h="370840">
                <a:tc>
                  <a:txBody>
                    <a:bodyPr/>
                    <a:lstStyle/>
                    <a:p>
                      <a:r>
                        <a:rPr lang="en-GB"/>
                        <a:t>User 13</a:t>
                      </a:r>
                    </a:p>
                  </a:txBody>
                  <a:tcPr/>
                </a:tc>
                <a:tc>
                  <a:txBody>
                    <a:bodyPr/>
                    <a:lstStyle/>
                    <a:p>
                      <a:r>
                        <a:rPr lang="en-GB"/>
                        <a:t>21</a:t>
                      </a:r>
                    </a:p>
                  </a:txBody>
                  <a:tcPr/>
                </a:tc>
                <a:tc>
                  <a:txBody>
                    <a:bodyPr/>
                    <a:lstStyle/>
                    <a:p>
                      <a:r>
                        <a:rPr lang="en-GB"/>
                        <a:t>50</a:t>
                      </a:r>
                    </a:p>
                  </a:txBody>
                  <a:tcPr/>
                </a:tc>
                <a:tc>
                  <a:txBody>
                    <a:bodyPr/>
                    <a:lstStyle/>
                    <a:p>
                      <a:r>
                        <a:rPr lang="en-GB"/>
                        <a:t>50</a:t>
                      </a:r>
                    </a:p>
                  </a:txBody>
                  <a:tcPr/>
                </a:tc>
                <a:tc>
                  <a:txBody>
                    <a:bodyPr/>
                    <a:lstStyle/>
                    <a:p>
                      <a:r>
                        <a:rPr lang="en-GB"/>
                        <a:t>2</a:t>
                      </a:r>
                    </a:p>
                  </a:txBody>
                  <a:tcPr/>
                </a:tc>
                <a:tc>
                  <a:txBody>
                    <a:bodyPr/>
                    <a:lstStyle/>
                    <a:p>
                      <a:r>
                        <a:rPr lang="en-GB"/>
                        <a:t>25</a:t>
                      </a:r>
                    </a:p>
                  </a:txBody>
                  <a:tcPr/>
                </a:tc>
                <a:tc>
                  <a:txBody>
                    <a:bodyPr/>
                    <a:lstStyle/>
                    <a:p>
                      <a:r>
                        <a:rPr lang="en-GB"/>
                        <a:t>31</a:t>
                      </a:r>
                    </a:p>
                  </a:txBody>
                  <a:tcPr/>
                </a:tc>
                <a:extLst>
                  <a:ext uri="{0D108BD9-81ED-4DB2-BD59-A6C34878D82A}">
                    <a16:rowId xmlns:a16="http://schemas.microsoft.com/office/drawing/2014/main" val="877994849"/>
                  </a:ext>
                </a:extLst>
              </a:tr>
              <a:tr h="370840">
                <a:tc>
                  <a:txBody>
                    <a:bodyPr/>
                    <a:lstStyle/>
                    <a:p>
                      <a:r>
                        <a:rPr lang="en-GB"/>
                        <a:t>User 14</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4</a:t>
                      </a:r>
                    </a:p>
                  </a:txBody>
                  <a:tcPr/>
                </a:tc>
                <a:tc>
                  <a:txBody>
                    <a:bodyPr/>
                    <a:lstStyle/>
                    <a:p>
                      <a:r>
                        <a:rPr lang="en-GB"/>
                        <a:t>25</a:t>
                      </a:r>
                    </a:p>
                  </a:txBody>
                  <a:tcPr/>
                </a:tc>
                <a:tc>
                  <a:txBody>
                    <a:bodyPr/>
                    <a:lstStyle/>
                    <a:p>
                      <a:r>
                        <a:rPr lang="en-GB"/>
                        <a:t>1</a:t>
                      </a:r>
                    </a:p>
                  </a:txBody>
                  <a:tcPr/>
                </a:tc>
                <a:extLst>
                  <a:ext uri="{0D108BD9-81ED-4DB2-BD59-A6C34878D82A}">
                    <a16:rowId xmlns:a16="http://schemas.microsoft.com/office/drawing/2014/main" val="178867278"/>
                  </a:ext>
                </a:extLst>
              </a:tr>
              <a:tr h="370840">
                <a:tc>
                  <a:txBody>
                    <a:bodyPr/>
                    <a:lstStyle/>
                    <a:p>
                      <a:r>
                        <a:rPr lang="en-GB"/>
                        <a:t>User 15</a:t>
                      </a:r>
                    </a:p>
                  </a:txBody>
                  <a:tcPr/>
                </a:tc>
                <a:tc>
                  <a:txBody>
                    <a:bodyPr/>
                    <a:lstStyle/>
                    <a:p>
                      <a:r>
                        <a:rPr lang="en-GB"/>
                        <a:t>1</a:t>
                      </a:r>
                    </a:p>
                  </a:txBody>
                  <a:tcPr/>
                </a:tc>
                <a:tc>
                  <a:txBody>
                    <a:bodyPr/>
                    <a:lstStyle/>
                    <a:p>
                      <a:r>
                        <a:rPr lang="en-GB"/>
                        <a:t>1</a:t>
                      </a:r>
                    </a:p>
                  </a:txBody>
                  <a:tcPr/>
                </a:tc>
                <a:tc>
                  <a:txBody>
                    <a:bodyPr/>
                    <a:lstStyle/>
                    <a:p>
                      <a:r>
                        <a:rPr lang="en-GB"/>
                        <a:t>100</a:t>
                      </a:r>
                    </a:p>
                  </a:txBody>
                  <a:tcPr/>
                </a:tc>
                <a:tc>
                  <a:txBody>
                    <a:bodyPr/>
                    <a:lstStyle/>
                    <a:p>
                      <a:r>
                        <a:rPr lang="en-GB"/>
                        <a:t>3</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3552368962"/>
                  </a:ext>
                </a:extLst>
              </a:tr>
              <a:tr h="370840">
                <a:tc>
                  <a:txBody>
                    <a:bodyPr/>
                    <a:lstStyle/>
                    <a:p>
                      <a:r>
                        <a:rPr lang="en-GB"/>
                        <a:t>User 16</a:t>
                      </a:r>
                    </a:p>
                  </a:txBody>
                  <a:tcPr/>
                </a:tc>
                <a:tc>
                  <a:txBody>
                    <a:bodyPr/>
                    <a:lstStyle/>
                    <a:p>
                      <a:r>
                        <a:rPr lang="en-GB"/>
                        <a:t>50</a:t>
                      </a:r>
                    </a:p>
                  </a:txBody>
                  <a:tcPr/>
                </a:tc>
                <a:tc>
                  <a:txBody>
                    <a:bodyPr/>
                    <a:lstStyle/>
                    <a:p>
                      <a:r>
                        <a:rPr lang="en-GB"/>
                        <a:t>66</a:t>
                      </a:r>
                    </a:p>
                  </a:txBody>
                  <a:tcPr/>
                </a:tc>
                <a:tc>
                  <a:txBody>
                    <a:bodyPr/>
                    <a:lstStyle/>
                    <a:p>
                      <a:r>
                        <a:rPr lang="en-GB"/>
                        <a:t>50</a:t>
                      </a:r>
                    </a:p>
                  </a:txBody>
                  <a:tcPr/>
                </a:tc>
                <a:tc>
                  <a:txBody>
                    <a:bodyPr/>
                    <a:lstStyle/>
                    <a:p>
                      <a:r>
                        <a:rPr lang="en-GB"/>
                        <a:t>4</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1667643945"/>
                  </a:ext>
                </a:extLst>
              </a:tr>
              <a:tr h="370840">
                <a:tc>
                  <a:txBody>
                    <a:bodyPr/>
                    <a:lstStyle/>
                    <a:p>
                      <a:r>
                        <a:rPr lang="en-GB"/>
                        <a:t>User 17</a:t>
                      </a:r>
                    </a:p>
                  </a:txBody>
                  <a:tcPr/>
                </a:tc>
                <a:tc>
                  <a:txBody>
                    <a:bodyPr/>
                    <a:lstStyle/>
                    <a:p>
                      <a:r>
                        <a:rPr lang="en-GB"/>
                        <a:t>56</a:t>
                      </a:r>
                    </a:p>
                  </a:txBody>
                  <a:tcPr/>
                </a:tc>
                <a:tc>
                  <a:txBody>
                    <a:bodyPr/>
                    <a:lstStyle/>
                    <a:p>
                      <a:r>
                        <a:rPr lang="en-GB"/>
                        <a:t>74</a:t>
                      </a:r>
                    </a:p>
                  </a:txBody>
                  <a:tcPr/>
                </a:tc>
                <a:tc>
                  <a:txBody>
                    <a:bodyPr/>
                    <a:lstStyle/>
                    <a:p>
                      <a:r>
                        <a:rPr lang="en-GB"/>
                        <a:t>41</a:t>
                      </a:r>
                    </a:p>
                  </a:txBody>
                  <a:tcPr/>
                </a:tc>
                <a:tc>
                  <a:txBody>
                    <a:bodyPr/>
                    <a:lstStyle/>
                    <a:p>
                      <a:r>
                        <a:rPr lang="en-GB"/>
                        <a:t>2</a:t>
                      </a:r>
                    </a:p>
                  </a:txBody>
                  <a:tcPr/>
                </a:tc>
                <a:tc>
                  <a:txBody>
                    <a:bodyPr/>
                    <a:lstStyle/>
                    <a:p>
                      <a:r>
                        <a:rPr lang="en-GB"/>
                        <a:t>25</a:t>
                      </a:r>
                    </a:p>
                  </a:txBody>
                  <a:tcPr/>
                </a:tc>
                <a:tc>
                  <a:txBody>
                    <a:bodyPr/>
                    <a:lstStyle/>
                    <a:p>
                      <a:r>
                        <a:rPr lang="en-GB"/>
                        <a:t>20</a:t>
                      </a:r>
                    </a:p>
                  </a:txBody>
                  <a:tcPr/>
                </a:tc>
                <a:extLst>
                  <a:ext uri="{0D108BD9-81ED-4DB2-BD59-A6C34878D82A}">
                    <a16:rowId xmlns:a16="http://schemas.microsoft.com/office/drawing/2014/main" val="3580354204"/>
                  </a:ext>
                </a:extLst>
              </a:tr>
              <a:tr h="370840">
                <a:tc>
                  <a:txBody>
                    <a:bodyPr/>
                    <a:lstStyle/>
                    <a:p>
                      <a:r>
                        <a:rPr lang="en-GB"/>
                        <a:t>User 18</a:t>
                      </a:r>
                    </a:p>
                  </a:txBody>
                  <a:tcPr/>
                </a:tc>
                <a:tc>
                  <a:txBody>
                    <a:bodyPr/>
                    <a:lstStyle/>
                    <a:p>
                      <a:r>
                        <a:rPr lang="en-GB"/>
                        <a:t>1</a:t>
                      </a:r>
                    </a:p>
                  </a:txBody>
                  <a:tcPr/>
                </a:tc>
                <a:tc>
                  <a:txBody>
                    <a:bodyPr/>
                    <a:lstStyle/>
                    <a:p>
                      <a:r>
                        <a:rPr lang="en-GB"/>
                        <a:t>1</a:t>
                      </a:r>
                    </a:p>
                  </a:txBody>
                  <a:tcPr/>
                </a:tc>
                <a:tc>
                  <a:txBody>
                    <a:bodyPr/>
                    <a:lstStyle/>
                    <a:p>
                      <a:r>
                        <a:rPr lang="en-GB"/>
                        <a:t>50</a:t>
                      </a:r>
                    </a:p>
                  </a:txBody>
                  <a:tcPr/>
                </a:tc>
                <a:tc>
                  <a:txBody>
                    <a:bodyPr/>
                    <a:lstStyle/>
                    <a:p>
                      <a:r>
                        <a:rPr lang="en-GB"/>
                        <a:t>3</a:t>
                      </a:r>
                    </a:p>
                  </a:txBody>
                  <a:tcPr/>
                </a:tc>
                <a:tc>
                  <a:txBody>
                    <a:bodyPr/>
                    <a:lstStyle/>
                    <a:p>
                      <a:r>
                        <a:rPr lang="en-GB"/>
                        <a:t>33</a:t>
                      </a:r>
                    </a:p>
                  </a:txBody>
                  <a:tcPr/>
                </a:tc>
                <a:tc>
                  <a:txBody>
                    <a:bodyPr/>
                    <a:lstStyle/>
                    <a:p>
                      <a:r>
                        <a:rPr lang="en-GB"/>
                        <a:t>50</a:t>
                      </a:r>
                    </a:p>
                  </a:txBody>
                  <a:tcPr/>
                </a:tc>
                <a:extLst>
                  <a:ext uri="{0D108BD9-81ED-4DB2-BD59-A6C34878D82A}">
                    <a16:rowId xmlns:a16="http://schemas.microsoft.com/office/drawing/2014/main" val="1861020996"/>
                  </a:ext>
                </a:extLst>
              </a:tr>
            </a:tbl>
          </a:graphicData>
        </a:graphic>
      </p:graphicFrame>
    </p:spTree>
    <p:extLst>
      <p:ext uri="{BB962C8B-B14F-4D97-AF65-F5344CB8AC3E}">
        <p14:creationId xmlns:p14="http://schemas.microsoft.com/office/powerpoint/2010/main" val="951265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1A73F-1626-2A24-BD2E-AC17CC4BD8E0}"/>
              </a:ext>
            </a:extLst>
          </p:cNvPr>
          <p:cNvSpPr>
            <a:spLocks noGrp="1"/>
          </p:cNvSpPr>
          <p:nvPr>
            <p:ph type="title"/>
          </p:nvPr>
        </p:nvSpPr>
        <p:spPr/>
        <p:txBody>
          <a:bodyPr/>
          <a:lstStyle/>
          <a:p>
            <a:endParaRPr lang="en-GB"/>
          </a:p>
        </p:txBody>
      </p:sp>
      <p:graphicFrame>
        <p:nvGraphicFramePr>
          <p:cNvPr id="4" name="Content Placeholder 3">
            <a:extLst>
              <a:ext uri="{FF2B5EF4-FFF2-40B4-BE49-F238E27FC236}">
                <a16:creationId xmlns:a16="http://schemas.microsoft.com/office/drawing/2014/main" id="{FDECB4C1-BECF-CD2B-1507-D6CEECC80873}"/>
              </a:ext>
            </a:extLst>
          </p:cNvPr>
          <p:cNvGraphicFramePr>
            <a:graphicFrameLocks noGrp="1"/>
          </p:cNvGraphicFramePr>
          <p:nvPr>
            <p:ph idx="1"/>
            <p:extLst>
              <p:ext uri="{D42A27DB-BD31-4B8C-83A1-F6EECF244321}">
                <p14:modId xmlns:p14="http://schemas.microsoft.com/office/powerpoint/2010/main" val="3332634478"/>
              </p:ext>
            </p:extLst>
          </p:nvPr>
        </p:nvGraphicFramePr>
        <p:xfrm>
          <a:off x="-159658" y="0"/>
          <a:ext cx="12758058" cy="7315200"/>
        </p:xfrm>
        <a:graphic>
          <a:graphicData uri="http://schemas.openxmlformats.org/drawingml/2006/table">
            <a:tbl>
              <a:tblPr firstRow="1" bandRow="1">
                <a:tableStyleId>{5C22544A-7EE6-4342-B048-85BDC9FD1C3A}</a:tableStyleId>
              </a:tblPr>
              <a:tblGrid>
                <a:gridCol w="2126343">
                  <a:extLst>
                    <a:ext uri="{9D8B030D-6E8A-4147-A177-3AD203B41FA5}">
                      <a16:colId xmlns:a16="http://schemas.microsoft.com/office/drawing/2014/main" val="848173133"/>
                    </a:ext>
                  </a:extLst>
                </a:gridCol>
                <a:gridCol w="2126343">
                  <a:extLst>
                    <a:ext uri="{9D8B030D-6E8A-4147-A177-3AD203B41FA5}">
                      <a16:colId xmlns:a16="http://schemas.microsoft.com/office/drawing/2014/main" val="5868766"/>
                    </a:ext>
                  </a:extLst>
                </a:gridCol>
                <a:gridCol w="2126343">
                  <a:extLst>
                    <a:ext uri="{9D8B030D-6E8A-4147-A177-3AD203B41FA5}">
                      <a16:colId xmlns:a16="http://schemas.microsoft.com/office/drawing/2014/main" val="3730470556"/>
                    </a:ext>
                  </a:extLst>
                </a:gridCol>
                <a:gridCol w="2126343">
                  <a:extLst>
                    <a:ext uri="{9D8B030D-6E8A-4147-A177-3AD203B41FA5}">
                      <a16:colId xmlns:a16="http://schemas.microsoft.com/office/drawing/2014/main" val="1555184440"/>
                    </a:ext>
                  </a:extLst>
                </a:gridCol>
                <a:gridCol w="2126343">
                  <a:extLst>
                    <a:ext uri="{9D8B030D-6E8A-4147-A177-3AD203B41FA5}">
                      <a16:colId xmlns:a16="http://schemas.microsoft.com/office/drawing/2014/main" val="2024284273"/>
                    </a:ext>
                  </a:extLst>
                </a:gridCol>
                <a:gridCol w="2126343">
                  <a:extLst>
                    <a:ext uri="{9D8B030D-6E8A-4147-A177-3AD203B41FA5}">
                      <a16:colId xmlns:a16="http://schemas.microsoft.com/office/drawing/2014/main" val="2776059384"/>
                    </a:ext>
                  </a:extLst>
                </a:gridCol>
              </a:tblGrid>
              <a:tr h="370840">
                <a:tc>
                  <a:txBody>
                    <a:bodyPr/>
                    <a:lstStyle/>
                    <a:p>
                      <a:r>
                        <a:rPr lang="en-GB"/>
                        <a:t>User</a:t>
                      </a:r>
                    </a:p>
                  </a:txBody>
                  <a:tcPr/>
                </a:tc>
                <a:tc>
                  <a:txBody>
                    <a:bodyPr/>
                    <a:lstStyle/>
                    <a:p>
                      <a:r>
                        <a:rPr lang="en-GB"/>
                        <a:t>Bounce Pad Rate (0 to 20)</a:t>
                      </a:r>
                    </a:p>
                  </a:txBody>
                  <a:tcPr/>
                </a:tc>
                <a:tc>
                  <a:txBody>
                    <a:bodyPr/>
                    <a:lstStyle/>
                    <a:p>
                      <a:r>
                        <a:rPr lang="en-GB"/>
                        <a:t>Spike Rate (0 to 100)</a:t>
                      </a:r>
                    </a:p>
                  </a:txBody>
                  <a:tcPr/>
                </a:tc>
                <a:tc>
                  <a:txBody>
                    <a:bodyPr/>
                    <a:lstStyle/>
                    <a:p>
                      <a:r>
                        <a:rPr lang="en-GB"/>
                        <a:t>Coins Rate (0 to 100)</a:t>
                      </a:r>
                    </a:p>
                  </a:txBody>
                  <a:tcPr/>
                </a:tc>
                <a:tc>
                  <a:txBody>
                    <a:bodyPr/>
                    <a:lstStyle/>
                    <a:p>
                      <a:r>
                        <a:rPr lang="en-GB"/>
                        <a:t>Easy Spikes (1 to 100)</a:t>
                      </a:r>
                    </a:p>
                  </a:txBody>
                  <a:tcPr/>
                </a:tc>
                <a:tc>
                  <a:txBody>
                    <a:bodyPr/>
                    <a:lstStyle/>
                    <a:p>
                      <a:r>
                        <a:rPr lang="en-GB"/>
                        <a:t>Hard Spikes (1 to 100)</a:t>
                      </a:r>
                    </a:p>
                  </a:txBody>
                  <a:tcPr/>
                </a:tc>
                <a:extLst>
                  <a:ext uri="{0D108BD9-81ED-4DB2-BD59-A6C34878D82A}">
                    <a16:rowId xmlns:a16="http://schemas.microsoft.com/office/drawing/2014/main" val="3467521059"/>
                  </a:ext>
                </a:extLst>
              </a:tr>
              <a:tr h="370840">
                <a:tc>
                  <a:txBody>
                    <a:bodyPr/>
                    <a:lstStyle/>
                    <a:p>
                      <a:r>
                        <a:rPr lang="en-GB"/>
                        <a:t>User 1</a:t>
                      </a:r>
                    </a:p>
                  </a:txBody>
                  <a:tcPr/>
                </a:tc>
                <a:tc>
                  <a:txBody>
                    <a:bodyPr/>
                    <a:lstStyle/>
                    <a:p>
                      <a:r>
                        <a:rPr lang="en-GB"/>
                        <a:t>20</a:t>
                      </a:r>
                    </a:p>
                  </a:txBody>
                  <a:tcPr/>
                </a:tc>
                <a:tc>
                  <a:txBody>
                    <a:bodyPr/>
                    <a:lstStyle/>
                    <a:p>
                      <a:r>
                        <a:rPr lang="en-GB"/>
                        <a:t>100</a:t>
                      </a:r>
                    </a:p>
                  </a:txBody>
                  <a:tcPr/>
                </a:tc>
                <a:tc>
                  <a:txBody>
                    <a:bodyPr/>
                    <a:lstStyle/>
                    <a:p>
                      <a:r>
                        <a:rPr lang="en-GB"/>
                        <a:t>100</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1013673526"/>
                  </a:ext>
                </a:extLst>
              </a:tr>
              <a:tr h="370840">
                <a:tc>
                  <a:txBody>
                    <a:bodyPr/>
                    <a:lstStyle/>
                    <a:p>
                      <a:r>
                        <a:rPr lang="en-GB"/>
                        <a:t>User 2</a:t>
                      </a:r>
                    </a:p>
                  </a:txBody>
                  <a:tcPr/>
                </a:tc>
                <a:tc>
                  <a:txBody>
                    <a:bodyPr/>
                    <a:lstStyle/>
                    <a:p>
                      <a:r>
                        <a:rPr lang="en-GB"/>
                        <a:t>14</a:t>
                      </a:r>
                    </a:p>
                  </a:txBody>
                  <a:tcPr/>
                </a:tc>
                <a:tc>
                  <a:txBody>
                    <a:bodyPr/>
                    <a:lstStyle/>
                    <a:p>
                      <a:r>
                        <a:rPr lang="en-GB"/>
                        <a:t>53</a:t>
                      </a:r>
                    </a:p>
                  </a:txBody>
                  <a:tcPr/>
                </a:tc>
                <a:tc>
                  <a:txBody>
                    <a:bodyPr/>
                    <a:lstStyle/>
                    <a:p>
                      <a:r>
                        <a:rPr lang="en-GB"/>
                        <a:t>62</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3411831393"/>
                  </a:ext>
                </a:extLst>
              </a:tr>
              <a:tr h="370840">
                <a:tc>
                  <a:txBody>
                    <a:bodyPr/>
                    <a:lstStyle/>
                    <a:p>
                      <a:r>
                        <a:rPr lang="en-GB"/>
                        <a:t>User 3</a:t>
                      </a:r>
                    </a:p>
                  </a:txBody>
                  <a:tcPr/>
                </a:tc>
                <a:tc>
                  <a:txBody>
                    <a:bodyPr/>
                    <a:lstStyle/>
                    <a:p>
                      <a:r>
                        <a:rPr lang="en-GB"/>
                        <a:t>11</a:t>
                      </a:r>
                    </a:p>
                  </a:txBody>
                  <a:tcPr/>
                </a:tc>
                <a:tc>
                  <a:txBody>
                    <a:bodyPr/>
                    <a:lstStyle/>
                    <a:p>
                      <a:r>
                        <a:rPr lang="en-GB"/>
                        <a:t>37</a:t>
                      </a:r>
                    </a:p>
                  </a:txBody>
                  <a:tcPr/>
                </a:tc>
                <a:tc>
                  <a:txBody>
                    <a:bodyPr/>
                    <a:lstStyle/>
                    <a:p>
                      <a:r>
                        <a:rPr lang="en-GB"/>
                        <a:t>51</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3890609605"/>
                  </a:ext>
                </a:extLst>
              </a:tr>
              <a:tr h="370840">
                <a:tc>
                  <a:txBody>
                    <a:bodyPr/>
                    <a:lstStyle/>
                    <a:p>
                      <a:r>
                        <a:rPr lang="en-GB"/>
                        <a:t>User 4</a:t>
                      </a:r>
                    </a:p>
                  </a:txBody>
                  <a:tcPr/>
                </a:tc>
                <a:tc>
                  <a:txBody>
                    <a:bodyPr/>
                    <a:lstStyle/>
                    <a:p>
                      <a:r>
                        <a:rPr lang="en-GB"/>
                        <a:t>10</a:t>
                      </a:r>
                    </a:p>
                  </a:txBody>
                  <a:tcPr/>
                </a:tc>
                <a:tc>
                  <a:txBody>
                    <a:bodyPr/>
                    <a:lstStyle/>
                    <a:p>
                      <a:r>
                        <a:rPr lang="en-GB"/>
                        <a:t>25</a:t>
                      </a:r>
                    </a:p>
                  </a:txBody>
                  <a:tcPr/>
                </a:tc>
                <a:tc>
                  <a:txBody>
                    <a:bodyPr/>
                    <a:lstStyle/>
                    <a:p>
                      <a:r>
                        <a:rPr lang="en-GB"/>
                        <a:t>50</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3359316046"/>
                  </a:ext>
                </a:extLst>
              </a:tr>
              <a:tr h="370840">
                <a:tc>
                  <a:txBody>
                    <a:bodyPr/>
                    <a:lstStyle/>
                    <a:p>
                      <a:r>
                        <a:rPr lang="en-GB"/>
                        <a:t>User 5</a:t>
                      </a:r>
                    </a:p>
                  </a:txBody>
                  <a:tcPr/>
                </a:tc>
                <a:tc>
                  <a:txBody>
                    <a:bodyPr/>
                    <a:lstStyle/>
                    <a:p>
                      <a:r>
                        <a:rPr lang="en-GB"/>
                        <a:t>12</a:t>
                      </a:r>
                    </a:p>
                  </a:txBody>
                  <a:tcPr/>
                </a:tc>
                <a:tc>
                  <a:txBody>
                    <a:bodyPr/>
                    <a:lstStyle/>
                    <a:p>
                      <a:r>
                        <a:rPr lang="en-GB"/>
                        <a:t>36</a:t>
                      </a:r>
                    </a:p>
                  </a:txBody>
                  <a:tcPr/>
                </a:tc>
                <a:tc>
                  <a:txBody>
                    <a:bodyPr/>
                    <a:lstStyle/>
                    <a:p>
                      <a:r>
                        <a:rPr lang="en-GB"/>
                        <a:t>50</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2320000005"/>
                  </a:ext>
                </a:extLst>
              </a:tr>
              <a:tr h="370840">
                <a:tc>
                  <a:txBody>
                    <a:bodyPr/>
                    <a:lstStyle/>
                    <a:p>
                      <a:r>
                        <a:rPr lang="en-GB"/>
                        <a:t>User 6</a:t>
                      </a:r>
                    </a:p>
                  </a:txBody>
                  <a:tcPr/>
                </a:tc>
                <a:tc>
                  <a:txBody>
                    <a:bodyPr/>
                    <a:lstStyle/>
                    <a:p>
                      <a:r>
                        <a:rPr lang="en-GB"/>
                        <a:t>10</a:t>
                      </a:r>
                    </a:p>
                  </a:txBody>
                  <a:tcPr/>
                </a:tc>
                <a:tc>
                  <a:txBody>
                    <a:bodyPr/>
                    <a:lstStyle/>
                    <a:p>
                      <a:r>
                        <a:rPr lang="en-GB"/>
                        <a:t>25</a:t>
                      </a:r>
                    </a:p>
                  </a:txBody>
                  <a:tcPr/>
                </a:tc>
                <a:tc>
                  <a:txBody>
                    <a:bodyPr/>
                    <a:lstStyle/>
                    <a:p>
                      <a:r>
                        <a:rPr lang="en-GB"/>
                        <a:t>50</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525163697"/>
                  </a:ext>
                </a:extLst>
              </a:tr>
              <a:tr h="370840">
                <a:tc>
                  <a:txBody>
                    <a:bodyPr/>
                    <a:lstStyle/>
                    <a:p>
                      <a:r>
                        <a:rPr lang="en-GB"/>
                        <a:t>User 7</a:t>
                      </a:r>
                    </a:p>
                  </a:txBody>
                  <a:tcPr/>
                </a:tc>
                <a:tc>
                  <a:txBody>
                    <a:bodyPr/>
                    <a:lstStyle/>
                    <a:p>
                      <a:r>
                        <a:rPr lang="en-GB"/>
                        <a:t>10</a:t>
                      </a:r>
                    </a:p>
                  </a:txBody>
                  <a:tcPr/>
                </a:tc>
                <a:tc>
                  <a:txBody>
                    <a:bodyPr/>
                    <a:lstStyle/>
                    <a:p>
                      <a:r>
                        <a:rPr lang="en-GB"/>
                        <a:t>25</a:t>
                      </a:r>
                    </a:p>
                  </a:txBody>
                  <a:tcPr/>
                </a:tc>
                <a:tc>
                  <a:txBody>
                    <a:bodyPr/>
                    <a:lstStyle/>
                    <a:p>
                      <a:r>
                        <a:rPr lang="en-GB"/>
                        <a:t>0</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3070500893"/>
                  </a:ext>
                </a:extLst>
              </a:tr>
              <a:tr h="370840">
                <a:tc>
                  <a:txBody>
                    <a:bodyPr/>
                    <a:lstStyle/>
                    <a:p>
                      <a:r>
                        <a:rPr lang="en-GB"/>
                        <a:t>User 8 </a:t>
                      </a:r>
                    </a:p>
                  </a:txBody>
                  <a:tcPr/>
                </a:tc>
                <a:tc>
                  <a:txBody>
                    <a:bodyPr/>
                    <a:lstStyle/>
                    <a:p>
                      <a:r>
                        <a:rPr lang="en-GB"/>
                        <a:t>20</a:t>
                      </a:r>
                    </a:p>
                  </a:txBody>
                  <a:tcPr/>
                </a:tc>
                <a:tc>
                  <a:txBody>
                    <a:bodyPr/>
                    <a:lstStyle/>
                    <a:p>
                      <a:r>
                        <a:rPr lang="en-GB"/>
                        <a:t>100</a:t>
                      </a:r>
                    </a:p>
                  </a:txBody>
                  <a:tcPr/>
                </a:tc>
                <a:tc>
                  <a:txBody>
                    <a:bodyPr/>
                    <a:lstStyle/>
                    <a:p>
                      <a:r>
                        <a:rPr lang="en-GB"/>
                        <a:t>0</a:t>
                      </a:r>
                    </a:p>
                  </a:txBody>
                  <a:tcPr/>
                </a:tc>
                <a:tc>
                  <a:txBody>
                    <a:bodyPr/>
                    <a:lstStyle/>
                    <a:p>
                      <a:r>
                        <a:rPr lang="en-GB"/>
                        <a:t>1</a:t>
                      </a:r>
                    </a:p>
                  </a:txBody>
                  <a:tcPr/>
                </a:tc>
                <a:tc>
                  <a:txBody>
                    <a:bodyPr/>
                    <a:lstStyle/>
                    <a:p>
                      <a:r>
                        <a:rPr lang="en-GB"/>
                        <a:t>100</a:t>
                      </a:r>
                    </a:p>
                  </a:txBody>
                  <a:tcPr/>
                </a:tc>
                <a:extLst>
                  <a:ext uri="{0D108BD9-81ED-4DB2-BD59-A6C34878D82A}">
                    <a16:rowId xmlns:a16="http://schemas.microsoft.com/office/drawing/2014/main" val="1281673482"/>
                  </a:ext>
                </a:extLst>
              </a:tr>
              <a:tr h="370840">
                <a:tc>
                  <a:txBody>
                    <a:bodyPr/>
                    <a:lstStyle/>
                    <a:p>
                      <a:r>
                        <a:rPr lang="en-GB"/>
                        <a:t>User 9</a:t>
                      </a:r>
                    </a:p>
                  </a:txBody>
                  <a:tcPr/>
                </a:tc>
                <a:tc>
                  <a:txBody>
                    <a:bodyPr/>
                    <a:lstStyle/>
                    <a:p>
                      <a:r>
                        <a:rPr lang="en-GB"/>
                        <a:t>10</a:t>
                      </a:r>
                    </a:p>
                  </a:txBody>
                  <a:tcPr/>
                </a:tc>
                <a:tc>
                  <a:txBody>
                    <a:bodyPr/>
                    <a:lstStyle/>
                    <a:p>
                      <a:r>
                        <a:rPr lang="en-GB"/>
                        <a:t>25</a:t>
                      </a:r>
                    </a:p>
                  </a:txBody>
                  <a:tcPr/>
                </a:tc>
                <a:tc>
                  <a:txBody>
                    <a:bodyPr/>
                    <a:lstStyle/>
                    <a:p>
                      <a:r>
                        <a:rPr lang="en-GB"/>
                        <a:t>50</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1004390491"/>
                  </a:ext>
                </a:extLst>
              </a:tr>
              <a:tr h="370840">
                <a:tc>
                  <a:txBody>
                    <a:bodyPr/>
                    <a:lstStyle/>
                    <a:p>
                      <a:r>
                        <a:rPr lang="en-GB"/>
                        <a:t>User 10</a:t>
                      </a:r>
                    </a:p>
                  </a:txBody>
                  <a:tcPr/>
                </a:tc>
                <a:tc>
                  <a:txBody>
                    <a:bodyPr/>
                    <a:lstStyle/>
                    <a:p>
                      <a:r>
                        <a:rPr lang="en-GB"/>
                        <a:t>10</a:t>
                      </a:r>
                    </a:p>
                  </a:txBody>
                  <a:tcPr/>
                </a:tc>
                <a:tc>
                  <a:txBody>
                    <a:bodyPr/>
                    <a:lstStyle/>
                    <a:p>
                      <a:r>
                        <a:rPr lang="en-GB"/>
                        <a:t>25</a:t>
                      </a:r>
                    </a:p>
                  </a:txBody>
                  <a:tcPr/>
                </a:tc>
                <a:tc>
                  <a:txBody>
                    <a:bodyPr/>
                    <a:lstStyle/>
                    <a:p>
                      <a:r>
                        <a:rPr lang="en-GB"/>
                        <a:t>50</a:t>
                      </a:r>
                    </a:p>
                  </a:txBody>
                  <a:tcPr/>
                </a:tc>
                <a:tc>
                  <a:txBody>
                    <a:bodyPr/>
                    <a:lstStyle/>
                    <a:p>
                      <a:r>
                        <a:rPr lang="en-GB"/>
                        <a:t>100</a:t>
                      </a:r>
                    </a:p>
                  </a:txBody>
                  <a:tcPr/>
                </a:tc>
                <a:tc>
                  <a:txBody>
                    <a:bodyPr/>
                    <a:lstStyle/>
                    <a:p>
                      <a:r>
                        <a:rPr lang="en-GB"/>
                        <a:t>25</a:t>
                      </a:r>
                    </a:p>
                  </a:txBody>
                  <a:tcPr/>
                </a:tc>
                <a:extLst>
                  <a:ext uri="{0D108BD9-81ED-4DB2-BD59-A6C34878D82A}">
                    <a16:rowId xmlns:a16="http://schemas.microsoft.com/office/drawing/2014/main" val="1235920090"/>
                  </a:ext>
                </a:extLst>
              </a:tr>
              <a:tr h="370840">
                <a:tc>
                  <a:txBody>
                    <a:bodyPr/>
                    <a:lstStyle/>
                    <a:p>
                      <a:r>
                        <a:rPr lang="en-GB"/>
                        <a:t>User 11</a:t>
                      </a:r>
                    </a:p>
                  </a:txBody>
                  <a:tcPr/>
                </a:tc>
                <a:tc>
                  <a:txBody>
                    <a:bodyPr/>
                    <a:lstStyle/>
                    <a:p>
                      <a:r>
                        <a:rPr lang="en-GB"/>
                        <a:t>9</a:t>
                      </a:r>
                    </a:p>
                  </a:txBody>
                  <a:tcPr/>
                </a:tc>
                <a:tc>
                  <a:txBody>
                    <a:bodyPr/>
                    <a:lstStyle/>
                    <a:p>
                      <a:r>
                        <a:rPr lang="en-GB"/>
                        <a:t>100</a:t>
                      </a:r>
                    </a:p>
                  </a:txBody>
                  <a:tcPr/>
                </a:tc>
                <a:tc>
                  <a:txBody>
                    <a:bodyPr/>
                    <a:lstStyle/>
                    <a:p>
                      <a:r>
                        <a:rPr lang="en-GB"/>
                        <a:t>100</a:t>
                      </a:r>
                    </a:p>
                  </a:txBody>
                  <a:tcPr/>
                </a:tc>
                <a:tc>
                  <a:txBody>
                    <a:bodyPr/>
                    <a:lstStyle/>
                    <a:p>
                      <a:r>
                        <a:rPr lang="en-GB"/>
                        <a:t>52</a:t>
                      </a:r>
                    </a:p>
                  </a:txBody>
                  <a:tcPr/>
                </a:tc>
                <a:tc>
                  <a:txBody>
                    <a:bodyPr/>
                    <a:lstStyle/>
                    <a:p>
                      <a:r>
                        <a:rPr lang="en-GB"/>
                        <a:t>25</a:t>
                      </a:r>
                    </a:p>
                  </a:txBody>
                  <a:tcPr/>
                </a:tc>
                <a:extLst>
                  <a:ext uri="{0D108BD9-81ED-4DB2-BD59-A6C34878D82A}">
                    <a16:rowId xmlns:a16="http://schemas.microsoft.com/office/drawing/2014/main" val="1323763990"/>
                  </a:ext>
                </a:extLst>
              </a:tr>
              <a:tr h="370840">
                <a:tc>
                  <a:txBody>
                    <a:bodyPr/>
                    <a:lstStyle/>
                    <a:p>
                      <a:r>
                        <a:rPr lang="en-GB"/>
                        <a:t>User 12</a:t>
                      </a:r>
                    </a:p>
                  </a:txBody>
                  <a:tcPr/>
                </a:tc>
                <a:tc>
                  <a:txBody>
                    <a:bodyPr/>
                    <a:lstStyle/>
                    <a:p>
                      <a:r>
                        <a:rPr lang="en-GB"/>
                        <a:t>6</a:t>
                      </a:r>
                    </a:p>
                  </a:txBody>
                  <a:tcPr/>
                </a:tc>
                <a:tc>
                  <a:txBody>
                    <a:bodyPr/>
                    <a:lstStyle/>
                    <a:p>
                      <a:r>
                        <a:rPr lang="en-GB"/>
                        <a:t>58</a:t>
                      </a:r>
                    </a:p>
                  </a:txBody>
                  <a:tcPr/>
                </a:tc>
                <a:tc>
                  <a:txBody>
                    <a:bodyPr/>
                    <a:lstStyle/>
                    <a:p>
                      <a:r>
                        <a:rPr lang="en-GB"/>
                        <a:t>50</a:t>
                      </a:r>
                    </a:p>
                  </a:txBody>
                  <a:tcPr/>
                </a:tc>
                <a:tc>
                  <a:txBody>
                    <a:bodyPr/>
                    <a:lstStyle/>
                    <a:p>
                      <a:r>
                        <a:rPr lang="en-GB"/>
                        <a:t>50</a:t>
                      </a:r>
                    </a:p>
                  </a:txBody>
                  <a:tcPr/>
                </a:tc>
                <a:tc>
                  <a:txBody>
                    <a:bodyPr/>
                    <a:lstStyle/>
                    <a:p>
                      <a:r>
                        <a:rPr lang="en-GB"/>
                        <a:t>36</a:t>
                      </a:r>
                    </a:p>
                  </a:txBody>
                  <a:tcPr/>
                </a:tc>
                <a:extLst>
                  <a:ext uri="{0D108BD9-81ED-4DB2-BD59-A6C34878D82A}">
                    <a16:rowId xmlns:a16="http://schemas.microsoft.com/office/drawing/2014/main" val="1402155640"/>
                  </a:ext>
                </a:extLst>
              </a:tr>
              <a:tr h="370840">
                <a:tc>
                  <a:txBody>
                    <a:bodyPr/>
                    <a:lstStyle/>
                    <a:p>
                      <a:r>
                        <a:rPr lang="en-GB"/>
                        <a:t>User 13</a:t>
                      </a:r>
                    </a:p>
                  </a:txBody>
                  <a:tcPr/>
                </a:tc>
                <a:tc>
                  <a:txBody>
                    <a:bodyPr/>
                    <a:lstStyle/>
                    <a:p>
                      <a:r>
                        <a:rPr lang="en-GB"/>
                        <a:t>10</a:t>
                      </a:r>
                    </a:p>
                  </a:txBody>
                  <a:tcPr/>
                </a:tc>
                <a:tc>
                  <a:txBody>
                    <a:bodyPr/>
                    <a:lstStyle/>
                    <a:p>
                      <a:r>
                        <a:rPr lang="en-GB"/>
                        <a:t>25</a:t>
                      </a:r>
                    </a:p>
                  </a:txBody>
                  <a:tcPr/>
                </a:tc>
                <a:tc>
                  <a:txBody>
                    <a:bodyPr/>
                    <a:lstStyle/>
                    <a:p>
                      <a:r>
                        <a:rPr lang="en-GB"/>
                        <a:t>6</a:t>
                      </a:r>
                    </a:p>
                  </a:txBody>
                  <a:tcPr/>
                </a:tc>
                <a:tc>
                  <a:txBody>
                    <a:bodyPr/>
                    <a:lstStyle/>
                    <a:p>
                      <a:r>
                        <a:rPr lang="en-GB"/>
                        <a:t>30</a:t>
                      </a:r>
                    </a:p>
                  </a:txBody>
                  <a:tcPr/>
                </a:tc>
                <a:tc>
                  <a:txBody>
                    <a:bodyPr/>
                    <a:lstStyle/>
                    <a:p>
                      <a:r>
                        <a:rPr lang="en-GB"/>
                        <a:t>57</a:t>
                      </a:r>
                    </a:p>
                  </a:txBody>
                  <a:tcPr/>
                </a:tc>
                <a:extLst>
                  <a:ext uri="{0D108BD9-81ED-4DB2-BD59-A6C34878D82A}">
                    <a16:rowId xmlns:a16="http://schemas.microsoft.com/office/drawing/2014/main" val="1392929125"/>
                  </a:ext>
                </a:extLst>
              </a:tr>
              <a:tr h="370840">
                <a:tc>
                  <a:txBody>
                    <a:bodyPr/>
                    <a:lstStyle/>
                    <a:p>
                      <a:r>
                        <a:rPr lang="en-GB"/>
                        <a:t>User 14</a:t>
                      </a:r>
                    </a:p>
                  </a:txBody>
                  <a:tcPr/>
                </a:tc>
                <a:tc>
                  <a:txBody>
                    <a:bodyPr/>
                    <a:lstStyle/>
                    <a:p>
                      <a:r>
                        <a:rPr lang="en-GB"/>
                        <a:t>20</a:t>
                      </a:r>
                    </a:p>
                  </a:txBody>
                  <a:tcPr/>
                </a:tc>
                <a:tc>
                  <a:txBody>
                    <a:bodyPr/>
                    <a:lstStyle/>
                    <a:p>
                      <a:r>
                        <a:rPr lang="en-GB"/>
                        <a:t>100</a:t>
                      </a:r>
                    </a:p>
                  </a:txBody>
                  <a:tcPr/>
                </a:tc>
                <a:tc>
                  <a:txBody>
                    <a:bodyPr/>
                    <a:lstStyle/>
                    <a:p>
                      <a:r>
                        <a:rPr lang="en-GB"/>
                        <a:t>100</a:t>
                      </a:r>
                    </a:p>
                  </a:txBody>
                  <a:tcPr/>
                </a:tc>
                <a:tc>
                  <a:txBody>
                    <a:bodyPr/>
                    <a:lstStyle/>
                    <a:p>
                      <a:r>
                        <a:rPr lang="en-GB"/>
                        <a:t>100</a:t>
                      </a:r>
                    </a:p>
                  </a:txBody>
                  <a:tcPr/>
                </a:tc>
                <a:tc>
                  <a:txBody>
                    <a:bodyPr/>
                    <a:lstStyle/>
                    <a:p>
                      <a:r>
                        <a:rPr lang="en-GB"/>
                        <a:t>100</a:t>
                      </a:r>
                    </a:p>
                  </a:txBody>
                  <a:tcPr/>
                </a:tc>
                <a:extLst>
                  <a:ext uri="{0D108BD9-81ED-4DB2-BD59-A6C34878D82A}">
                    <a16:rowId xmlns:a16="http://schemas.microsoft.com/office/drawing/2014/main" val="3701806738"/>
                  </a:ext>
                </a:extLst>
              </a:tr>
              <a:tr h="370840">
                <a:tc>
                  <a:txBody>
                    <a:bodyPr/>
                    <a:lstStyle/>
                    <a:p>
                      <a:r>
                        <a:rPr lang="en-GB"/>
                        <a:t>User 15</a:t>
                      </a:r>
                    </a:p>
                  </a:txBody>
                  <a:tcPr/>
                </a:tc>
                <a:tc>
                  <a:txBody>
                    <a:bodyPr/>
                    <a:lstStyle/>
                    <a:p>
                      <a:r>
                        <a:rPr lang="en-GB"/>
                        <a:t>20</a:t>
                      </a:r>
                    </a:p>
                  </a:txBody>
                  <a:tcPr/>
                </a:tc>
                <a:tc>
                  <a:txBody>
                    <a:bodyPr/>
                    <a:lstStyle/>
                    <a:p>
                      <a:r>
                        <a:rPr lang="en-GB"/>
                        <a:t>100</a:t>
                      </a:r>
                    </a:p>
                  </a:txBody>
                  <a:tcPr/>
                </a:tc>
                <a:tc>
                  <a:txBody>
                    <a:bodyPr/>
                    <a:lstStyle/>
                    <a:p>
                      <a:r>
                        <a:rPr lang="en-GB"/>
                        <a:t>0</a:t>
                      </a:r>
                    </a:p>
                  </a:txBody>
                  <a:tcPr/>
                </a:tc>
                <a:tc>
                  <a:txBody>
                    <a:bodyPr/>
                    <a:lstStyle/>
                    <a:p>
                      <a:r>
                        <a:rPr lang="en-GB"/>
                        <a:t>1</a:t>
                      </a:r>
                    </a:p>
                  </a:txBody>
                  <a:tcPr/>
                </a:tc>
                <a:tc>
                  <a:txBody>
                    <a:bodyPr/>
                    <a:lstStyle/>
                    <a:p>
                      <a:r>
                        <a:rPr lang="en-GB"/>
                        <a:t>100</a:t>
                      </a:r>
                    </a:p>
                  </a:txBody>
                  <a:tcPr/>
                </a:tc>
                <a:extLst>
                  <a:ext uri="{0D108BD9-81ED-4DB2-BD59-A6C34878D82A}">
                    <a16:rowId xmlns:a16="http://schemas.microsoft.com/office/drawing/2014/main" val="1937506733"/>
                  </a:ext>
                </a:extLst>
              </a:tr>
              <a:tr h="370840">
                <a:tc>
                  <a:txBody>
                    <a:bodyPr/>
                    <a:lstStyle/>
                    <a:p>
                      <a:r>
                        <a:rPr lang="en-GB"/>
                        <a:t>User 16</a:t>
                      </a:r>
                    </a:p>
                  </a:txBody>
                  <a:tcPr/>
                </a:tc>
                <a:tc>
                  <a:txBody>
                    <a:bodyPr/>
                    <a:lstStyle/>
                    <a:p>
                      <a:r>
                        <a:rPr lang="en-GB"/>
                        <a:t>10</a:t>
                      </a:r>
                    </a:p>
                  </a:txBody>
                  <a:tcPr/>
                </a:tc>
                <a:tc>
                  <a:txBody>
                    <a:bodyPr/>
                    <a:lstStyle/>
                    <a:p>
                      <a:r>
                        <a:rPr lang="en-GB"/>
                        <a:t>25</a:t>
                      </a:r>
                    </a:p>
                  </a:txBody>
                  <a:tcPr/>
                </a:tc>
                <a:tc>
                  <a:txBody>
                    <a:bodyPr/>
                    <a:lstStyle/>
                    <a:p>
                      <a:r>
                        <a:rPr lang="en-GB"/>
                        <a:t>50</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1242168105"/>
                  </a:ext>
                </a:extLst>
              </a:tr>
              <a:tr h="370840">
                <a:tc>
                  <a:txBody>
                    <a:bodyPr/>
                    <a:lstStyle/>
                    <a:p>
                      <a:r>
                        <a:rPr lang="en-GB"/>
                        <a:t>User 17</a:t>
                      </a:r>
                    </a:p>
                  </a:txBody>
                  <a:tcPr/>
                </a:tc>
                <a:tc>
                  <a:txBody>
                    <a:bodyPr/>
                    <a:lstStyle/>
                    <a:p>
                      <a:r>
                        <a:rPr lang="en-GB"/>
                        <a:t>15</a:t>
                      </a:r>
                    </a:p>
                  </a:txBody>
                  <a:tcPr/>
                </a:tc>
                <a:tc>
                  <a:txBody>
                    <a:bodyPr/>
                    <a:lstStyle/>
                    <a:p>
                      <a:r>
                        <a:rPr lang="en-GB"/>
                        <a:t>42</a:t>
                      </a:r>
                    </a:p>
                  </a:txBody>
                  <a:tcPr/>
                </a:tc>
                <a:tc>
                  <a:txBody>
                    <a:bodyPr/>
                    <a:lstStyle/>
                    <a:p>
                      <a:r>
                        <a:rPr lang="en-GB"/>
                        <a:t>52</a:t>
                      </a:r>
                    </a:p>
                  </a:txBody>
                  <a:tcPr/>
                </a:tc>
                <a:tc>
                  <a:txBody>
                    <a:bodyPr/>
                    <a:lstStyle/>
                    <a:p>
                      <a:r>
                        <a:rPr lang="en-GB"/>
                        <a:t>50</a:t>
                      </a:r>
                    </a:p>
                  </a:txBody>
                  <a:tcPr/>
                </a:tc>
                <a:tc>
                  <a:txBody>
                    <a:bodyPr/>
                    <a:lstStyle/>
                    <a:p>
                      <a:r>
                        <a:rPr lang="en-GB"/>
                        <a:t>25</a:t>
                      </a:r>
                    </a:p>
                  </a:txBody>
                  <a:tcPr/>
                </a:tc>
                <a:extLst>
                  <a:ext uri="{0D108BD9-81ED-4DB2-BD59-A6C34878D82A}">
                    <a16:rowId xmlns:a16="http://schemas.microsoft.com/office/drawing/2014/main" val="2133965958"/>
                  </a:ext>
                </a:extLst>
              </a:tr>
              <a:tr h="370840">
                <a:tc>
                  <a:txBody>
                    <a:bodyPr/>
                    <a:lstStyle/>
                    <a:p>
                      <a:r>
                        <a:rPr lang="en-GB"/>
                        <a:t>User 18</a:t>
                      </a:r>
                    </a:p>
                  </a:txBody>
                  <a:tcPr/>
                </a:tc>
                <a:tc>
                  <a:txBody>
                    <a:bodyPr/>
                    <a:lstStyle/>
                    <a:p>
                      <a:r>
                        <a:rPr lang="en-GB"/>
                        <a:t>15</a:t>
                      </a:r>
                    </a:p>
                  </a:txBody>
                  <a:tcPr/>
                </a:tc>
                <a:tc>
                  <a:txBody>
                    <a:bodyPr/>
                    <a:lstStyle/>
                    <a:p>
                      <a:r>
                        <a:rPr lang="en-GB"/>
                        <a:t>100</a:t>
                      </a:r>
                    </a:p>
                  </a:txBody>
                  <a:tcPr/>
                </a:tc>
                <a:tc>
                  <a:txBody>
                    <a:bodyPr/>
                    <a:lstStyle/>
                    <a:p>
                      <a:r>
                        <a:rPr lang="en-GB"/>
                        <a:t>5</a:t>
                      </a:r>
                    </a:p>
                  </a:txBody>
                  <a:tcPr/>
                </a:tc>
                <a:tc>
                  <a:txBody>
                    <a:bodyPr/>
                    <a:lstStyle/>
                    <a:p>
                      <a:r>
                        <a:rPr lang="en-GB"/>
                        <a:t>1</a:t>
                      </a:r>
                    </a:p>
                  </a:txBody>
                  <a:tcPr/>
                </a:tc>
                <a:tc>
                  <a:txBody>
                    <a:bodyPr/>
                    <a:lstStyle/>
                    <a:p>
                      <a:r>
                        <a:rPr lang="en-GB"/>
                        <a:t>87</a:t>
                      </a:r>
                    </a:p>
                  </a:txBody>
                  <a:tcPr/>
                </a:tc>
                <a:extLst>
                  <a:ext uri="{0D108BD9-81ED-4DB2-BD59-A6C34878D82A}">
                    <a16:rowId xmlns:a16="http://schemas.microsoft.com/office/drawing/2014/main" val="423095059"/>
                  </a:ext>
                </a:extLst>
              </a:tr>
            </a:tbl>
          </a:graphicData>
        </a:graphic>
      </p:graphicFrame>
    </p:spTree>
    <p:extLst>
      <p:ext uri="{BB962C8B-B14F-4D97-AF65-F5344CB8AC3E}">
        <p14:creationId xmlns:p14="http://schemas.microsoft.com/office/powerpoint/2010/main" val="2546703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77E1F-78E5-3C96-60BA-0D94562BDCEA}"/>
              </a:ext>
            </a:extLst>
          </p:cNvPr>
          <p:cNvSpPr>
            <a:spLocks noGrp="1"/>
          </p:cNvSpPr>
          <p:nvPr>
            <p:ph type="title"/>
          </p:nvPr>
        </p:nvSpPr>
        <p:spPr/>
        <p:txBody>
          <a:bodyPr/>
          <a:lstStyle/>
          <a:p>
            <a:endParaRPr lang="en-GB"/>
          </a:p>
        </p:txBody>
      </p:sp>
      <p:graphicFrame>
        <p:nvGraphicFramePr>
          <p:cNvPr id="4" name="Content Placeholder 3">
            <a:extLst>
              <a:ext uri="{FF2B5EF4-FFF2-40B4-BE49-F238E27FC236}">
                <a16:creationId xmlns:a16="http://schemas.microsoft.com/office/drawing/2014/main" id="{34C4F811-0926-ABC1-50B8-2A7663187066}"/>
              </a:ext>
            </a:extLst>
          </p:cNvPr>
          <p:cNvGraphicFramePr>
            <a:graphicFrameLocks noGrp="1"/>
          </p:cNvGraphicFramePr>
          <p:nvPr>
            <p:ph idx="1"/>
            <p:extLst>
              <p:ext uri="{D42A27DB-BD31-4B8C-83A1-F6EECF244321}">
                <p14:modId xmlns:p14="http://schemas.microsoft.com/office/powerpoint/2010/main" val="1738122715"/>
              </p:ext>
            </p:extLst>
          </p:nvPr>
        </p:nvGraphicFramePr>
        <p:xfrm>
          <a:off x="-1324431" y="-389618"/>
          <a:ext cx="9307288" cy="8140244"/>
        </p:xfrm>
        <a:graphic>
          <a:graphicData uri="http://schemas.openxmlformats.org/drawingml/2006/table">
            <a:tbl>
              <a:tblPr firstRow="1" bandRow="1">
                <a:tableStyleId>{5C22544A-7EE6-4342-B048-85BDC9FD1C3A}</a:tableStyleId>
              </a:tblPr>
              <a:tblGrid>
                <a:gridCol w="1163411">
                  <a:extLst>
                    <a:ext uri="{9D8B030D-6E8A-4147-A177-3AD203B41FA5}">
                      <a16:colId xmlns:a16="http://schemas.microsoft.com/office/drawing/2014/main" val="1690320644"/>
                    </a:ext>
                  </a:extLst>
                </a:gridCol>
                <a:gridCol w="1163411">
                  <a:extLst>
                    <a:ext uri="{9D8B030D-6E8A-4147-A177-3AD203B41FA5}">
                      <a16:colId xmlns:a16="http://schemas.microsoft.com/office/drawing/2014/main" val="559780507"/>
                    </a:ext>
                  </a:extLst>
                </a:gridCol>
                <a:gridCol w="1163411">
                  <a:extLst>
                    <a:ext uri="{9D8B030D-6E8A-4147-A177-3AD203B41FA5}">
                      <a16:colId xmlns:a16="http://schemas.microsoft.com/office/drawing/2014/main" val="1595608466"/>
                    </a:ext>
                  </a:extLst>
                </a:gridCol>
                <a:gridCol w="1163411">
                  <a:extLst>
                    <a:ext uri="{9D8B030D-6E8A-4147-A177-3AD203B41FA5}">
                      <a16:colId xmlns:a16="http://schemas.microsoft.com/office/drawing/2014/main" val="4252701340"/>
                    </a:ext>
                  </a:extLst>
                </a:gridCol>
                <a:gridCol w="1163411">
                  <a:extLst>
                    <a:ext uri="{9D8B030D-6E8A-4147-A177-3AD203B41FA5}">
                      <a16:colId xmlns:a16="http://schemas.microsoft.com/office/drawing/2014/main" val="3245684239"/>
                    </a:ext>
                  </a:extLst>
                </a:gridCol>
                <a:gridCol w="1163411">
                  <a:extLst>
                    <a:ext uri="{9D8B030D-6E8A-4147-A177-3AD203B41FA5}">
                      <a16:colId xmlns:a16="http://schemas.microsoft.com/office/drawing/2014/main" val="1597645529"/>
                    </a:ext>
                  </a:extLst>
                </a:gridCol>
                <a:gridCol w="1163411">
                  <a:extLst>
                    <a:ext uri="{9D8B030D-6E8A-4147-A177-3AD203B41FA5}">
                      <a16:colId xmlns:a16="http://schemas.microsoft.com/office/drawing/2014/main" val="1213379075"/>
                    </a:ext>
                  </a:extLst>
                </a:gridCol>
                <a:gridCol w="1163411">
                  <a:extLst>
                    <a:ext uri="{9D8B030D-6E8A-4147-A177-3AD203B41FA5}">
                      <a16:colId xmlns:a16="http://schemas.microsoft.com/office/drawing/2014/main" val="1579922913"/>
                    </a:ext>
                  </a:extLst>
                </a:gridCol>
              </a:tblGrid>
              <a:tr h="422870">
                <a:tc>
                  <a:txBody>
                    <a:bodyPr/>
                    <a:lstStyle/>
                    <a:p>
                      <a:r>
                        <a:rPr lang="en-GB"/>
                        <a:t>User</a:t>
                      </a:r>
                    </a:p>
                  </a:txBody>
                  <a:tcPr/>
                </a:tc>
                <a:tc>
                  <a:txBody>
                    <a:bodyPr/>
                    <a:lstStyle/>
                    <a:p>
                      <a:r>
                        <a:rPr lang="en-GB"/>
                        <a:t>Option 1</a:t>
                      </a:r>
                    </a:p>
                  </a:txBody>
                  <a:tcPr/>
                </a:tc>
                <a:tc>
                  <a:txBody>
                    <a:bodyPr/>
                    <a:lstStyle/>
                    <a:p>
                      <a:r>
                        <a:rPr lang="en-GB"/>
                        <a:t>Option 2</a:t>
                      </a:r>
                    </a:p>
                  </a:txBody>
                  <a:tcPr/>
                </a:tc>
                <a:tc>
                  <a:txBody>
                    <a:bodyPr/>
                    <a:lstStyle/>
                    <a:p>
                      <a:r>
                        <a:rPr lang="en-GB"/>
                        <a:t>Option 3</a:t>
                      </a:r>
                    </a:p>
                  </a:txBody>
                  <a:tcPr/>
                </a:tc>
                <a:tc>
                  <a:txBody>
                    <a:bodyPr/>
                    <a:lstStyle/>
                    <a:p>
                      <a:r>
                        <a:rPr lang="en-GB"/>
                        <a:t>Option 4</a:t>
                      </a:r>
                    </a:p>
                  </a:txBody>
                  <a:tcPr/>
                </a:tc>
                <a:tc>
                  <a:txBody>
                    <a:bodyPr/>
                    <a:lstStyle/>
                    <a:p>
                      <a:r>
                        <a:rPr lang="en-GB"/>
                        <a:t>Option 5</a:t>
                      </a:r>
                    </a:p>
                  </a:txBody>
                  <a:tcPr/>
                </a:tc>
                <a:tc>
                  <a:txBody>
                    <a:bodyPr/>
                    <a:lstStyle/>
                    <a:p>
                      <a:r>
                        <a:rPr lang="en-GB"/>
                        <a:t>Option 6</a:t>
                      </a:r>
                    </a:p>
                  </a:txBody>
                  <a:tcPr/>
                </a:tc>
                <a:tc>
                  <a:txBody>
                    <a:bodyPr/>
                    <a:lstStyle/>
                    <a:p>
                      <a:r>
                        <a:rPr lang="en-GB"/>
                        <a:t>Option 7</a:t>
                      </a:r>
                    </a:p>
                  </a:txBody>
                  <a:tcPr/>
                </a:tc>
                <a:extLst>
                  <a:ext uri="{0D108BD9-81ED-4DB2-BD59-A6C34878D82A}">
                    <a16:rowId xmlns:a16="http://schemas.microsoft.com/office/drawing/2014/main" val="786681107"/>
                  </a:ext>
                </a:extLst>
              </a:tr>
              <a:tr h="428743">
                <a:tc>
                  <a:txBody>
                    <a:bodyPr/>
                    <a:lstStyle/>
                    <a:p>
                      <a:r>
                        <a:rPr lang="en-GB"/>
                        <a:t>User 1</a:t>
                      </a:r>
                    </a:p>
                  </a:txBody>
                  <a:tcPr/>
                </a:tc>
                <a:tc>
                  <a:txBody>
                    <a:bodyPr/>
                    <a:lstStyle/>
                    <a:p>
                      <a:r>
                        <a:rPr lang="en-GB">
                          <a:sym typeface="Wingdings" panose="05000000000000000000" pitchFamily="2" charset="2"/>
                        </a:rPr>
                        <a:t>X</a:t>
                      </a:r>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sym typeface="Wingdings" panose="05000000000000000000" pitchFamily="2" charset="2"/>
                        </a:rPr>
                        <a:t>X</a:t>
                      </a:r>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sym typeface="Wingdings" panose="05000000000000000000" pitchFamily="2" charset="2"/>
                        </a:rPr>
                        <a:t>X</a:t>
                      </a:r>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sym typeface="Wingdings" panose="05000000000000000000" pitchFamily="2" charset="2"/>
                        </a:rPr>
                        <a:t>X</a:t>
                      </a:r>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sym typeface="Wingdings" panose="05000000000000000000" pitchFamily="2" charset="2"/>
                        </a:rPr>
                        <a:t>X</a:t>
                      </a:r>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sym typeface="Wingdings" panose="05000000000000000000" pitchFamily="2" charset="2"/>
                        </a:rPr>
                        <a:t>X</a:t>
                      </a:r>
                      <a:endParaRPr lang="en-GB"/>
                    </a:p>
                  </a:txBody>
                  <a:tcPr/>
                </a:tc>
                <a:tc>
                  <a:txBody>
                    <a:bodyPr/>
                    <a:lstStyle/>
                    <a:p>
                      <a:endParaRPr lang="en-GB"/>
                    </a:p>
                  </a:txBody>
                  <a:tcPr/>
                </a:tc>
                <a:extLst>
                  <a:ext uri="{0D108BD9-81ED-4DB2-BD59-A6C34878D82A}">
                    <a16:rowId xmlns:a16="http://schemas.microsoft.com/office/drawing/2014/main" val="4271361335"/>
                  </a:ext>
                </a:extLst>
              </a:tr>
              <a:tr h="428743">
                <a:tc>
                  <a:txBody>
                    <a:bodyPr/>
                    <a:lstStyle/>
                    <a:p>
                      <a:r>
                        <a:rPr lang="en-GB"/>
                        <a:t>User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X</a:t>
                      </a:r>
                    </a:p>
                  </a:txBody>
                  <a:tcPr/>
                </a:tc>
                <a:tc>
                  <a:txBody>
                    <a:bodyPr/>
                    <a:lstStyle/>
                    <a:p>
                      <a:r>
                        <a:rPr lang="en-GB"/>
                        <a:t>X</a:t>
                      </a:r>
                    </a:p>
                  </a:txBody>
                  <a:tcPr/>
                </a:tc>
                <a:tc>
                  <a:txBody>
                    <a:bodyPr/>
                    <a:lstStyle/>
                    <a:p>
                      <a:endParaRPr lang="en-GB"/>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extLst>
                  <a:ext uri="{0D108BD9-81ED-4DB2-BD59-A6C34878D82A}">
                    <a16:rowId xmlns:a16="http://schemas.microsoft.com/office/drawing/2014/main" val="406610565"/>
                  </a:ext>
                </a:extLst>
              </a:tr>
              <a:tr h="428743">
                <a:tc>
                  <a:txBody>
                    <a:bodyPr/>
                    <a:lstStyle/>
                    <a:p>
                      <a:r>
                        <a:rPr lang="en-GB"/>
                        <a:t>User 3</a:t>
                      </a:r>
                    </a:p>
                  </a:txBody>
                  <a:tcPr/>
                </a:tc>
                <a:tc>
                  <a:txBody>
                    <a:bodyPr/>
                    <a:lstStyle/>
                    <a:p>
                      <a:r>
                        <a:rPr lang="en-GB"/>
                        <a:t>X</a:t>
                      </a:r>
                    </a:p>
                  </a:txBody>
                  <a:tcPr/>
                </a:tc>
                <a:tc>
                  <a:txBody>
                    <a:bodyPr/>
                    <a:lstStyle/>
                    <a:p>
                      <a:r>
                        <a:rPr lang="en-GB"/>
                        <a:t>X</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120250426"/>
                  </a:ext>
                </a:extLst>
              </a:tr>
              <a:tr h="428743">
                <a:tc>
                  <a:txBody>
                    <a:bodyPr/>
                    <a:lstStyle/>
                    <a:p>
                      <a:r>
                        <a:rPr lang="en-GB"/>
                        <a:t>User 4</a:t>
                      </a:r>
                    </a:p>
                  </a:txBody>
                  <a:tcPr/>
                </a:tc>
                <a:tc>
                  <a:txBody>
                    <a:bodyPr/>
                    <a:lstStyle/>
                    <a:p>
                      <a:r>
                        <a:rPr lang="en-GB"/>
                        <a:t>X</a:t>
                      </a:r>
                    </a:p>
                  </a:txBody>
                  <a:tcPr/>
                </a:tc>
                <a:tc>
                  <a:txBody>
                    <a:bodyPr/>
                    <a:lstStyle/>
                    <a:p>
                      <a:r>
                        <a:rPr lang="en-GB"/>
                        <a:t>X</a:t>
                      </a:r>
                    </a:p>
                  </a:txBody>
                  <a:tcPr/>
                </a:tc>
                <a:tc>
                  <a:txBody>
                    <a:bodyPr/>
                    <a:lstStyle/>
                    <a:p>
                      <a:endParaRPr lang="en-GB"/>
                    </a:p>
                  </a:txBody>
                  <a:tcPr/>
                </a:tc>
                <a:tc>
                  <a:txBody>
                    <a:bodyPr/>
                    <a:lstStyle/>
                    <a:p>
                      <a:endParaRPr lang="en-GB"/>
                    </a:p>
                  </a:txBody>
                  <a:tcPr/>
                </a:tc>
                <a:tc>
                  <a:txBody>
                    <a:bodyPr/>
                    <a:lstStyle/>
                    <a:p>
                      <a:r>
                        <a:rPr lang="en-GB"/>
                        <a:t>X</a:t>
                      </a:r>
                    </a:p>
                  </a:txBody>
                  <a:tcPr/>
                </a:tc>
                <a:tc>
                  <a:txBody>
                    <a:bodyPr/>
                    <a:lstStyle/>
                    <a:p>
                      <a:r>
                        <a:rPr lang="en-GB"/>
                        <a:t>X</a:t>
                      </a:r>
                    </a:p>
                  </a:txBody>
                  <a:tcPr/>
                </a:tc>
                <a:tc>
                  <a:txBody>
                    <a:bodyPr/>
                    <a:lstStyle/>
                    <a:p>
                      <a:endParaRPr lang="en-GB"/>
                    </a:p>
                  </a:txBody>
                  <a:tcPr/>
                </a:tc>
                <a:extLst>
                  <a:ext uri="{0D108BD9-81ED-4DB2-BD59-A6C34878D82A}">
                    <a16:rowId xmlns:a16="http://schemas.microsoft.com/office/drawing/2014/main" val="3990437050"/>
                  </a:ext>
                </a:extLst>
              </a:tr>
              <a:tr h="428743">
                <a:tc>
                  <a:txBody>
                    <a:bodyPr/>
                    <a:lstStyle/>
                    <a:p>
                      <a:r>
                        <a:rPr lang="en-GB"/>
                        <a:t>User 5</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extLst>
                  <a:ext uri="{0D108BD9-81ED-4DB2-BD59-A6C34878D82A}">
                    <a16:rowId xmlns:a16="http://schemas.microsoft.com/office/drawing/2014/main" val="214093928"/>
                  </a:ext>
                </a:extLst>
              </a:tr>
              <a:tr h="428743">
                <a:tc>
                  <a:txBody>
                    <a:bodyPr/>
                    <a:lstStyle/>
                    <a:p>
                      <a:r>
                        <a:rPr lang="en-GB"/>
                        <a:t>User 6</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extLst>
                  <a:ext uri="{0D108BD9-81ED-4DB2-BD59-A6C34878D82A}">
                    <a16:rowId xmlns:a16="http://schemas.microsoft.com/office/drawing/2014/main" val="639143091"/>
                  </a:ext>
                </a:extLst>
              </a:tr>
              <a:tr h="428743">
                <a:tc>
                  <a:txBody>
                    <a:bodyPr/>
                    <a:lstStyle/>
                    <a:p>
                      <a:r>
                        <a:rPr lang="en-GB"/>
                        <a:t>User 7</a:t>
                      </a:r>
                    </a:p>
                  </a:txBody>
                  <a:tcPr/>
                </a:tc>
                <a:tc>
                  <a:txBody>
                    <a:bodyPr/>
                    <a:lstStyle/>
                    <a:p>
                      <a:r>
                        <a:rPr lang="en-GB"/>
                        <a:t>X</a:t>
                      </a:r>
                    </a:p>
                  </a:txBody>
                  <a:tcPr/>
                </a:tc>
                <a:tc>
                  <a:txBody>
                    <a:bodyPr/>
                    <a:lstStyle/>
                    <a:p>
                      <a:r>
                        <a:rPr lang="en-GB"/>
                        <a:t>X</a:t>
                      </a:r>
                    </a:p>
                  </a:txBody>
                  <a:tcPr/>
                </a:tc>
                <a:tc>
                  <a:txBody>
                    <a:bodyPr/>
                    <a:lstStyle/>
                    <a:p>
                      <a:endParaRPr lang="en-GB"/>
                    </a:p>
                  </a:txBody>
                  <a:tcPr/>
                </a:tc>
                <a:tc>
                  <a:txBody>
                    <a:bodyPr/>
                    <a:lstStyle/>
                    <a:p>
                      <a:endParaRPr lang="en-GB"/>
                    </a:p>
                  </a:txBody>
                  <a:tcPr/>
                </a:tc>
                <a:tc>
                  <a:txBody>
                    <a:bodyPr/>
                    <a:lstStyle/>
                    <a:p>
                      <a:r>
                        <a:rPr lang="en-GB"/>
                        <a:t>X</a:t>
                      </a:r>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891698826"/>
                  </a:ext>
                </a:extLst>
              </a:tr>
              <a:tr h="428743">
                <a:tc>
                  <a:txBody>
                    <a:bodyPr/>
                    <a:lstStyle/>
                    <a:p>
                      <a:r>
                        <a:rPr lang="en-GB"/>
                        <a:t>User 8</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800499495"/>
                  </a:ext>
                </a:extLst>
              </a:tr>
              <a:tr h="428743">
                <a:tc>
                  <a:txBody>
                    <a:bodyPr/>
                    <a:lstStyle/>
                    <a:p>
                      <a:r>
                        <a:rPr lang="en-GB"/>
                        <a:t>User 9</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tc>
                  <a:txBody>
                    <a:bodyPr/>
                    <a:lstStyle/>
                    <a:p>
                      <a:r>
                        <a:rPr lang="en-GB"/>
                        <a:t>X</a:t>
                      </a:r>
                    </a:p>
                  </a:txBody>
                  <a:tcPr/>
                </a:tc>
                <a:tc>
                  <a:txBody>
                    <a:bodyPr/>
                    <a:lstStyle/>
                    <a:p>
                      <a:r>
                        <a:rPr lang="en-GB"/>
                        <a:t>X</a:t>
                      </a:r>
                    </a:p>
                  </a:txBody>
                  <a:tcPr/>
                </a:tc>
                <a:tc>
                  <a:txBody>
                    <a:bodyPr/>
                    <a:lstStyle/>
                    <a:p>
                      <a:endParaRPr lang="en-GB"/>
                    </a:p>
                  </a:txBody>
                  <a:tcPr/>
                </a:tc>
                <a:extLst>
                  <a:ext uri="{0D108BD9-81ED-4DB2-BD59-A6C34878D82A}">
                    <a16:rowId xmlns:a16="http://schemas.microsoft.com/office/drawing/2014/main" val="3357664421"/>
                  </a:ext>
                </a:extLst>
              </a:tr>
              <a:tr h="428743">
                <a:tc>
                  <a:txBody>
                    <a:bodyPr/>
                    <a:lstStyle/>
                    <a:p>
                      <a:r>
                        <a:rPr lang="en-GB"/>
                        <a:t>User 10</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23814281"/>
                  </a:ext>
                </a:extLst>
              </a:tr>
              <a:tr h="428743">
                <a:tc>
                  <a:txBody>
                    <a:bodyPr/>
                    <a:lstStyle/>
                    <a:p>
                      <a:r>
                        <a:rPr lang="en-GB"/>
                        <a:t>User 11</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tc>
                  <a:txBody>
                    <a:bodyPr/>
                    <a:lstStyle/>
                    <a:p>
                      <a:r>
                        <a:rPr lang="en-GB"/>
                        <a:t>X</a:t>
                      </a:r>
                    </a:p>
                  </a:txBody>
                  <a:tcPr/>
                </a:tc>
                <a:tc>
                  <a:txBody>
                    <a:bodyPr/>
                    <a:lstStyle/>
                    <a:p>
                      <a:r>
                        <a:rPr lang="en-GB"/>
                        <a:t>X</a:t>
                      </a:r>
                    </a:p>
                  </a:txBody>
                  <a:tcPr/>
                </a:tc>
                <a:tc>
                  <a:txBody>
                    <a:bodyPr/>
                    <a:lstStyle/>
                    <a:p>
                      <a:endParaRPr lang="en-GB"/>
                    </a:p>
                  </a:txBody>
                  <a:tcPr/>
                </a:tc>
                <a:extLst>
                  <a:ext uri="{0D108BD9-81ED-4DB2-BD59-A6C34878D82A}">
                    <a16:rowId xmlns:a16="http://schemas.microsoft.com/office/drawing/2014/main" val="1298576077"/>
                  </a:ext>
                </a:extLst>
              </a:tr>
              <a:tr h="428743">
                <a:tc>
                  <a:txBody>
                    <a:bodyPr/>
                    <a:lstStyle/>
                    <a:p>
                      <a:r>
                        <a:rPr lang="en-GB"/>
                        <a:t>User 12</a:t>
                      </a:r>
                    </a:p>
                  </a:txBody>
                  <a:tcPr/>
                </a:tc>
                <a:tc>
                  <a:txBody>
                    <a:bodyPr/>
                    <a:lstStyle/>
                    <a:p>
                      <a:r>
                        <a:rPr lang="en-GB"/>
                        <a:t>X</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755637582"/>
                  </a:ext>
                </a:extLst>
              </a:tr>
              <a:tr h="428743">
                <a:tc>
                  <a:txBody>
                    <a:bodyPr/>
                    <a:lstStyle/>
                    <a:p>
                      <a:r>
                        <a:rPr lang="en-GB"/>
                        <a:t>User 13</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extLst>
                  <a:ext uri="{0D108BD9-81ED-4DB2-BD59-A6C34878D82A}">
                    <a16:rowId xmlns:a16="http://schemas.microsoft.com/office/drawing/2014/main" val="3500379508"/>
                  </a:ext>
                </a:extLst>
              </a:tr>
              <a:tr h="428743">
                <a:tc>
                  <a:txBody>
                    <a:bodyPr/>
                    <a:lstStyle/>
                    <a:p>
                      <a:r>
                        <a:rPr lang="en-GB"/>
                        <a:t>User 14</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extLst>
                  <a:ext uri="{0D108BD9-81ED-4DB2-BD59-A6C34878D82A}">
                    <a16:rowId xmlns:a16="http://schemas.microsoft.com/office/drawing/2014/main" val="3979657190"/>
                  </a:ext>
                </a:extLst>
              </a:tr>
              <a:tr h="428743">
                <a:tc>
                  <a:txBody>
                    <a:bodyPr/>
                    <a:lstStyle/>
                    <a:p>
                      <a:r>
                        <a:rPr lang="en-GB"/>
                        <a:t>User 15</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r>
                        <a:rPr lang="en-GB"/>
                        <a:t>X</a:t>
                      </a:r>
                    </a:p>
                  </a:txBody>
                  <a:tcPr/>
                </a:tc>
                <a:extLst>
                  <a:ext uri="{0D108BD9-81ED-4DB2-BD59-A6C34878D82A}">
                    <a16:rowId xmlns:a16="http://schemas.microsoft.com/office/drawing/2014/main" val="3906025473"/>
                  </a:ext>
                </a:extLst>
              </a:tr>
              <a:tr h="428743">
                <a:tc>
                  <a:txBody>
                    <a:bodyPr/>
                    <a:lstStyle/>
                    <a:p>
                      <a:r>
                        <a:rPr lang="en-GB"/>
                        <a:t>User 16</a:t>
                      </a:r>
                    </a:p>
                  </a:txBody>
                  <a:tcPr/>
                </a:tc>
                <a:tc>
                  <a:txBody>
                    <a:bodyPr/>
                    <a:lstStyle/>
                    <a:p>
                      <a:r>
                        <a:rPr lang="en-GB"/>
                        <a:t>X</a:t>
                      </a:r>
                    </a:p>
                  </a:txBody>
                  <a:tcPr/>
                </a:tc>
                <a:tc>
                  <a:txBody>
                    <a:bodyPr/>
                    <a:lstStyle/>
                    <a:p>
                      <a:r>
                        <a:rPr lang="en-GB"/>
                        <a:t>X</a:t>
                      </a:r>
                    </a:p>
                  </a:txBody>
                  <a:tcPr/>
                </a:tc>
                <a:tc>
                  <a:txBody>
                    <a:bodyPr/>
                    <a:lstStyle/>
                    <a:p>
                      <a:endParaRPr lang="en-GB"/>
                    </a:p>
                  </a:txBody>
                  <a:tcPr/>
                </a:tc>
                <a:tc>
                  <a:txBody>
                    <a:bodyPr/>
                    <a:lstStyle/>
                    <a:p>
                      <a:r>
                        <a:rPr lang="en-GB"/>
                        <a:t>X</a:t>
                      </a:r>
                    </a:p>
                  </a:txBody>
                  <a:tcPr/>
                </a:tc>
                <a:tc>
                  <a:txBody>
                    <a:bodyPr/>
                    <a:lstStyle/>
                    <a:p>
                      <a:r>
                        <a:rPr lang="en-GB"/>
                        <a:t>X</a:t>
                      </a:r>
                    </a:p>
                  </a:txBody>
                  <a:tcPr/>
                </a:tc>
                <a:tc>
                  <a:txBody>
                    <a:bodyPr/>
                    <a:lstStyle/>
                    <a:p>
                      <a:r>
                        <a:rPr lang="en-GB"/>
                        <a:t>X</a:t>
                      </a:r>
                    </a:p>
                  </a:txBody>
                  <a:tcPr/>
                </a:tc>
                <a:tc>
                  <a:txBody>
                    <a:bodyPr/>
                    <a:lstStyle/>
                    <a:p>
                      <a:endParaRPr lang="en-GB"/>
                    </a:p>
                  </a:txBody>
                  <a:tcPr/>
                </a:tc>
                <a:extLst>
                  <a:ext uri="{0D108BD9-81ED-4DB2-BD59-A6C34878D82A}">
                    <a16:rowId xmlns:a16="http://schemas.microsoft.com/office/drawing/2014/main" val="2392670828"/>
                  </a:ext>
                </a:extLst>
              </a:tr>
              <a:tr h="428743">
                <a:tc>
                  <a:txBody>
                    <a:bodyPr/>
                    <a:lstStyle/>
                    <a:p>
                      <a:r>
                        <a:rPr lang="en-GB"/>
                        <a:t>User 17</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r>
                        <a:rPr lang="en-GB"/>
                        <a:t>X</a:t>
                      </a:r>
                    </a:p>
                  </a:txBody>
                  <a:tcPr/>
                </a:tc>
                <a:extLst>
                  <a:ext uri="{0D108BD9-81ED-4DB2-BD59-A6C34878D82A}">
                    <a16:rowId xmlns:a16="http://schemas.microsoft.com/office/drawing/2014/main" val="3403076789"/>
                  </a:ext>
                </a:extLst>
              </a:tr>
              <a:tr h="428743">
                <a:tc>
                  <a:txBody>
                    <a:bodyPr/>
                    <a:lstStyle/>
                    <a:p>
                      <a:r>
                        <a:rPr lang="en-GB"/>
                        <a:t>User 18</a:t>
                      </a:r>
                    </a:p>
                  </a:txBody>
                  <a:tcPr/>
                </a:tc>
                <a:tc>
                  <a:txBody>
                    <a:bodyPr/>
                    <a:lstStyle/>
                    <a:p>
                      <a:r>
                        <a:rPr lang="en-GB"/>
                        <a:t>X</a:t>
                      </a:r>
                    </a:p>
                  </a:txBody>
                  <a:tcPr/>
                </a:tc>
                <a:tc>
                  <a:txBody>
                    <a:bodyPr/>
                    <a:lstStyle/>
                    <a:p>
                      <a:r>
                        <a:rPr lang="en-GB"/>
                        <a:t>X</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094028839"/>
                  </a:ext>
                </a:extLst>
              </a:tr>
            </a:tbl>
          </a:graphicData>
        </a:graphic>
      </p:graphicFrame>
    </p:spTree>
    <p:extLst>
      <p:ext uri="{BB962C8B-B14F-4D97-AF65-F5344CB8AC3E}">
        <p14:creationId xmlns:p14="http://schemas.microsoft.com/office/powerpoint/2010/main" val="972748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4B6C8-95A6-295C-8766-37C3FAC1D392}"/>
              </a:ext>
            </a:extLst>
          </p:cNvPr>
          <p:cNvSpPr>
            <a:spLocks noGrp="1"/>
          </p:cNvSpPr>
          <p:nvPr>
            <p:ph type="title"/>
          </p:nvPr>
        </p:nvSpPr>
        <p:spPr/>
        <p:txBody>
          <a:bodyPr/>
          <a:lstStyle/>
          <a:p>
            <a:endParaRPr lang="en-GB"/>
          </a:p>
        </p:txBody>
      </p:sp>
      <p:graphicFrame>
        <p:nvGraphicFramePr>
          <p:cNvPr id="7" name="Content Placeholder 6">
            <a:extLst>
              <a:ext uri="{FF2B5EF4-FFF2-40B4-BE49-F238E27FC236}">
                <a16:creationId xmlns:a16="http://schemas.microsoft.com/office/drawing/2014/main" id="{5CE69088-D07E-6B2D-0364-998ED183E1F0}"/>
              </a:ext>
            </a:extLst>
          </p:cNvPr>
          <p:cNvGraphicFramePr>
            <a:graphicFrameLocks noGrp="1"/>
          </p:cNvGraphicFramePr>
          <p:nvPr>
            <p:ph idx="1"/>
            <p:extLst>
              <p:ext uri="{D42A27DB-BD31-4B8C-83A1-F6EECF244321}">
                <p14:modId xmlns:p14="http://schemas.microsoft.com/office/powerpoint/2010/main" val="4209724454"/>
              </p:ext>
            </p:extLst>
          </p:nvPr>
        </p:nvGraphicFramePr>
        <p:xfrm>
          <a:off x="576943" y="1690688"/>
          <a:ext cx="10515600" cy="1083056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774775388"/>
                    </a:ext>
                  </a:extLst>
                </a:gridCol>
                <a:gridCol w="1314450">
                  <a:extLst>
                    <a:ext uri="{9D8B030D-6E8A-4147-A177-3AD203B41FA5}">
                      <a16:colId xmlns:a16="http://schemas.microsoft.com/office/drawing/2014/main" val="4223624970"/>
                    </a:ext>
                  </a:extLst>
                </a:gridCol>
                <a:gridCol w="1314450">
                  <a:extLst>
                    <a:ext uri="{9D8B030D-6E8A-4147-A177-3AD203B41FA5}">
                      <a16:colId xmlns:a16="http://schemas.microsoft.com/office/drawing/2014/main" val="656085967"/>
                    </a:ext>
                  </a:extLst>
                </a:gridCol>
                <a:gridCol w="1314450">
                  <a:extLst>
                    <a:ext uri="{9D8B030D-6E8A-4147-A177-3AD203B41FA5}">
                      <a16:colId xmlns:a16="http://schemas.microsoft.com/office/drawing/2014/main" val="740210011"/>
                    </a:ext>
                  </a:extLst>
                </a:gridCol>
                <a:gridCol w="1314450">
                  <a:extLst>
                    <a:ext uri="{9D8B030D-6E8A-4147-A177-3AD203B41FA5}">
                      <a16:colId xmlns:a16="http://schemas.microsoft.com/office/drawing/2014/main" val="3620375582"/>
                    </a:ext>
                  </a:extLst>
                </a:gridCol>
                <a:gridCol w="1314450">
                  <a:extLst>
                    <a:ext uri="{9D8B030D-6E8A-4147-A177-3AD203B41FA5}">
                      <a16:colId xmlns:a16="http://schemas.microsoft.com/office/drawing/2014/main" val="1336674046"/>
                    </a:ext>
                  </a:extLst>
                </a:gridCol>
                <a:gridCol w="1314450">
                  <a:extLst>
                    <a:ext uri="{9D8B030D-6E8A-4147-A177-3AD203B41FA5}">
                      <a16:colId xmlns:a16="http://schemas.microsoft.com/office/drawing/2014/main" val="2985342727"/>
                    </a:ext>
                  </a:extLst>
                </a:gridCol>
                <a:gridCol w="1314450">
                  <a:extLst>
                    <a:ext uri="{9D8B030D-6E8A-4147-A177-3AD203B41FA5}">
                      <a16:colId xmlns:a16="http://schemas.microsoft.com/office/drawing/2014/main" val="233630075"/>
                    </a:ext>
                  </a:extLst>
                </a:gridCol>
              </a:tblGrid>
              <a:tr h="370840">
                <a:tc>
                  <a:txBody>
                    <a:bodyPr/>
                    <a:lstStyle/>
                    <a:p>
                      <a:r>
                        <a:rPr lang="en-GB"/>
                        <a:t>User</a:t>
                      </a:r>
                    </a:p>
                  </a:txBody>
                  <a:tcPr/>
                </a:tc>
                <a:tc>
                  <a:txBody>
                    <a:bodyPr/>
                    <a:lstStyle/>
                    <a:p>
                      <a:r>
                        <a:rPr lang="en-GB"/>
                        <a:t>Q1</a:t>
                      </a:r>
                    </a:p>
                  </a:txBody>
                  <a:tcPr/>
                </a:tc>
                <a:tc>
                  <a:txBody>
                    <a:bodyPr/>
                    <a:lstStyle/>
                    <a:p>
                      <a:r>
                        <a:rPr lang="en-GB"/>
                        <a:t>Q2</a:t>
                      </a:r>
                    </a:p>
                  </a:txBody>
                  <a:tcPr/>
                </a:tc>
                <a:tc>
                  <a:txBody>
                    <a:bodyPr/>
                    <a:lstStyle/>
                    <a:p>
                      <a:r>
                        <a:rPr lang="en-GB"/>
                        <a:t>Q4</a:t>
                      </a:r>
                    </a:p>
                  </a:txBody>
                  <a:tcPr/>
                </a:tc>
                <a:tc>
                  <a:txBody>
                    <a:bodyPr/>
                    <a:lstStyle/>
                    <a:p>
                      <a:r>
                        <a:rPr lang="en-GB"/>
                        <a:t>Q5</a:t>
                      </a:r>
                    </a:p>
                  </a:txBody>
                  <a:tcPr/>
                </a:tc>
                <a:tc>
                  <a:txBody>
                    <a:bodyPr/>
                    <a:lstStyle/>
                    <a:p>
                      <a:r>
                        <a:rPr lang="en-GB"/>
                        <a:t>Q6</a:t>
                      </a:r>
                    </a:p>
                  </a:txBody>
                  <a:tcPr/>
                </a:tc>
                <a:tc>
                  <a:txBody>
                    <a:bodyPr/>
                    <a:lstStyle/>
                    <a:p>
                      <a:r>
                        <a:rPr lang="en-GB"/>
                        <a:t>Q8</a:t>
                      </a:r>
                    </a:p>
                  </a:txBody>
                  <a:tcPr/>
                </a:tc>
                <a:tc>
                  <a:txBody>
                    <a:bodyPr/>
                    <a:lstStyle/>
                    <a:p>
                      <a:r>
                        <a:rPr lang="en-GB"/>
                        <a:t>Q9</a:t>
                      </a:r>
                    </a:p>
                  </a:txBody>
                  <a:tcPr/>
                </a:tc>
                <a:extLst>
                  <a:ext uri="{0D108BD9-81ED-4DB2-BD59-A6C34878D82A}">
                    <a16:rowId xmlns:a16="http://schemas.microsoft.com/office/drawing/2014/main" val="436100949"/>
                  </a:ext>
                </a:extLst>
              </a:tr>
              <a:tr h="370840">
                <a:tc>
                  <a:txBody>
                    <a:bodyPr/>
                    <a:lstStyle/>
                    <a:p>
                      <a:r>
                        <a:rPr lang="en-GB"/>
                        <a:t>User 1</a:t>
                      </a:r>
                    </a:p>
                  </a:txBody>
                  <a:tcPr/>
                </a:tc>
                <a:tc>
                  <a:txBody>
                    <a:bodyPr/>
                    <a:lstStyle/>
                    <a:p>
                      <a:r>
                        <a:rPr lang="en-GB"/>
                        <a:t>Excellent</a:t>
                      </a:r>
                    </a:p>
                  </a:txBody>
                  <a:tcPr/>
                </a:tc>
                <a:tc>
                  <a:txBody>
                    <a:bodyPr/>
                    <a:lstStyle/>
                    <a:p>
                      <a:r>
                        <a:rPr lang="en-GB"/>
                        <a:t>Few hours a day</a:t>
                      </a:r>
                    </a:p>
                  </a:txBody>
                  <a:tcPr/>
                </a:tc>
                <a:tc>
                  <a:txBody>
                    <a:bodyPr/>
                    <a:lstStyle/>
                    <a:p>
                      <a:r>
                        <a:rPr lang="en-GB"/>
                        <a:t>9/10</a:t>
                      </a:r>
                    </a:p>
                  </a:txBody>
                  <a:tcPr/>
                </a:tc>
                <a:tc>
                  <a:txBody>
                    <a:bodyPr/>
                    <a:lstStyle/>
                    <a:p>
                      <a:r>
                        <a:rPr lang="en-GB"/>
                        <a:t>Yes</a:t>
                      </a:r>
                    </a:p>
                  </a:txBody>
                  <a:tcPr/>
                </a:tc>
                <a:tc>
                  <a:txBody>
                    <a:bodyPr/>
                    <a:lstStyle/>
                    <a:p>
                      <a:r>
                        <a:rPr lang="en-GB"/>
                        <a:t>7/10</a:t>
                      </a:r>
                    </a:p>
                  </a:txBody>
                  <a:tcPr/>
                </a:tc>
                <a:tc>
                  <a:txBody>
                    <a:bodyPr/>
                    <a:lstStyle/>
                    <a:p>
                      <a:r>
                        <a:rPr lang="en-GB"/>
                        <a:t>7/10</a:t>
                      </a:r>
                    </a:p>
                  </a:txBody>
                  <a:tcPr/>
                </a:tc>
                <a:tc>
                  <a:txBody>
                    <a:bodyPr/>
                    <a:lstStyle/>
                    <a:p>
                      <a:r>
                        <a:rPr lang="en-GB"/>
                        <a:t>6/10</a:t>
                      </a:r>
                    </a:p>
                  </a:txBody>
                  <a:tcPr/>
                </a:tc>
                <a:extLst>
                  <a:ext uri="{0D108BD9-81ED-4DB2-BD59-A6C34878D82A}">
                    <a16:rowId xmlns:a16="http://schemas.microsoft.com/office/drawing/2014/main" val="3097725850"/>
                  </a:ext>
                </a:extLst>
              </a:tr>
              <a:tr h="370840">
                <a:tc>
                  <a:txBody>
                    <a:bodyPr/>
                    <a:lstStyle/>
                    <a:p>
                      <a:r>
                        <a:rPr lang="en-GB"/>
                        <a:t>User 2</a:t>
                      </a:r>
                    </a:p>
                  </a:txBody>
                  <a:tcPr/>
                </a:tc>
                <a:tc>
                  <a:txBody>
                    <a:bodyPr/>
                    <a:lstStyle/>
                    <a:p>
                      <a:r>
                        <a:rPr lang="en-GB"/>
                        <a:t>Good</a:t>
                      </a:r>
                    </a:p>
                  </a:txBody>
                  <a:tcPr/>
                </a:tc>
                <a:tc>
                  <a:txBody>
                    <a:bodyPr/>
                    <a:lstStyle/>
                    <a:p>
                      <a:r>
                        <a:rPr lang="en-GB"/>
                        <a:t>Few hours a day</a:t>
                      </a:r>
                    </a:p>
                  </a:txBody>
                  <a:tcPr/>
                </a:tc>
                <a:tc>
                  <a:txBody>
                    <a:bodyPr/>
                    <a:lstStyle/>
                    <a:p>
                      <a:r>
                        <a:rPr lang="en-GB"/>
                        <a:t>10/10</a:t>
                      </a:r>
                    </a:p>
                  </a:txBody>
                  <a:tcPr/>
                </a:tc>
                <a:tc>
                  <a:txBody>
                    <a:bodyPr/>
                    <a:lstStyle/>
                    <a:p>
                      <a:r>
                        <a:rPr lang="en-GB"/>
                        <a:t>Yes</a:t>
                      </a:r>
                    </a:p>
                  </a:txBody>
                  <a:tcPr/>
                </a:tc>
                <a:tc>
                  <a:txBody>
                    <a:bodyPr/>
                    <a:lstStyle/>
                    <a:p>
                      <a:r>
                        <a:rPr lang="en-GB"/>
                        <a:t>8/10</a:t>
                      </a:r>
                    </a:p>
                  </a:txBody>
                  <a:tcPr/>
                </a:tc>
                <a:tc>
                  <a:txBody>
                    <a:bodyPr/>
                    <a:lstStyle/>
                    <a:p>
                      <a:r>
                        <a:rPr lang="en-GB"/>
                        <a:t>8/10</a:t>
                      </a:r>
                    </a:p>
                  </a:txBody>
                  <a:tcPr/>
                </a:tc>
                <a:tc>
                  <a:txBody>
                    <a:bodyPr/>
                    <a:lstStyle/>
                    <a:p>
                      <a:r>
                        <a:rPr lang="en-GB"/>
                        <a:t>8/10</a:t>
                      </a:r>
                    </a:p>
                  </a:txBody>
                  <a:tcPr/>
                </a:tc>
                <a:extLst>
                  <a:ext uri="{0D108BD9-81ED-4DB2-BD59-A6C34878D82A}">
                    <a16:rowId xmlns:a16="http://schemas.microsoft.com/office/drawing/2014/main" val="1163578505"/>
                  </a:ext>
                </a:extLst>
              </a:tr>
              <a:tr h="370840">
                <a:tc>
                  <a:txBody>
                    <a:bodyPr/>
                    <a:lstStyle/>
                    <a:p>
                      <a:r>
                        <a:rPr lang="en-GB"/>
                        <a:t>User 3</a:t>
                      </a:r>
                    </a:p>
                  </a:txBody>
                  <a:tcPr/>
                </a:tc>
                <a:tc>
                  <a:txBody>
                    <a:bodyPr/>
                    <a:lstStyle/>
                    <a:p>
                      <a:r>
                        <a:rPr lang="en-GB"/>
                        <a:t>Good</a:t>
                      </a:r>
                    </a:p>
                  </a:txBody>
                  <a:tcPr/>
                </a:tc>
                <a:tc>
                  <a:txBody>
                    <a:bodyPr/>
                    <a:lstStyle/>
                    <a:p>
                      <a:r>
                        <a:rPr lang="en-GB"/>
                        <a:t>Few times a week</a:t>
                      </a:r>
                    </a:p>
                  </a:txBody>
                  <a:tcPr/>
                </a:tc>
                <a:tc>
                  <a:txBody>
                    <a:bodyPr/>
                    <a:lstStyle/>
                    <a:p>
                      <a:r>
                        <a:rPr lang="en-GB"/>
                        <a:t>7/10</a:t>
                      </a:r>
                    </a:p>
                  </a:txBody>
                  <a:tcPr/>
                </a:tc>
                <a:tc>
                  <a:txBody>
                    <a:bodyPr/>
                    <a:lstStyle/>
                    <a:p>
                      <a:r>
                        <a:rPr lang="en-GB"/>
                        <a:t>Yes</a:t>
                      </a:r>
                    </a:p>
                  </a:txBody>
                  <a:tcPr/>
                </a:tc>
                <a:tc>
                  <a:txBody>
                    <a:bodyPr/>
                    <a:lstStyle/>
                    <a:p>
                      <a:r>
                        <a:rPr lang="en-GB"/>
                        <a:t>7/10</a:t>
                      </a:r>
                    </a:p>
                  </a:txBody>
                  <a:tcPr/>
                </a:tc>
                <a:tc>
                  <a:txBody>
                    <a:bodyPr/>
                    <a:lstStyle/>
                    <a:p>
                      <a:r>
                        <a:rPr lang="en-GB"/>
                        <a:t>10/10</a:t>
                      </a:r>
                    </a:p>
                  </a:txBody>
                  <a:tcPr/>
                </a:tc>
                <a:tc>
                  <a:txBody>
                    <a:bodyPr/>
                    <a:lstStyle/>
                    <a:p>
                      <a:r>
                        <a:rPr lang="en-GB"/>
                        <a:t>8/10</a:t>
                      </a:r>
                    </a:p>
                  </a:txBody>
                  <a:tcPr/>
                </a:tc>
                <a:extLst>
                  <a:ext uri="{0D108BD9-81ED-4DB2-BD59-A6C34878D82A}">
                    <a16:rowId xmlns:a16="http://schemas.microsoft.com/office/drawing/2014/main" val="1599934660"/>
                  </a:ext>
                </a:extLst>
              </a:tr>
              <a:tr h="370840">
                <a:tc>
                  <a:txBody>
                    <a:bodyPr/>
                    <a:lstStyle/>
                    <a:p>
                      <a:r>
                        <a:rPr lang="en-GB"/>
                        <a:t>User 4</a:t>
                      </a:r>
                    </a:p>
                  </a:txBody>
                  <a:tcPr/>
                </a:tc>
                <a:tc>
                  <a:txBody>
                    <a:bodyPr/>
                    <a:lstStyle/>
                    <a:p>
                      <a:r>
                        <a:rPr lang="en-GB"/>
                        <a:t>Good</a:t>
                      </a:r>
                    </a:p>
                  </a:txBody>
                  <a:tcPr/>
                </a:tc>
                <a:tc>
                  <a:txBody>
                    <a:bodyPr/>
                    <a:lstStyle/>
                    <a:p>
                      <a:r>
                        <a:rPr lang="en-GB"/>
                        <a:t>Few times a week</a:t>
                      </a:r>
                    </a:p>
                  </a:txBody>
                  <a:tcPr/>
                </a:tc>
                <a:tc>
                  <a:txBody>
                    <a:bodyPr/>
                    <a:lstStyle/>
                    <a:p>
                      <a:r>
                        <a:rPr lang="en-GB"/>
                        <a:t>7/10</a:t>
                      </a:r>
                    </a:p>
                  </a:txBody>
                  <a:tcPr/>
                </a:tc>
                <a:tc>
                  <a:txBody>
                    <a:bodyPr/>
                    <a:lstStyle/>
                    <a:p>
                      <a:r>
                        <a:rPr lang="en-GB"/>
                        <a:t>No</a:t>
                      </a:r>
                    </a:p>
                  </a:txBody>
                  <a:tcPr/>
                </a:tc>
                <a:tc>
                  <a:txBody>
                    <a:bodyPr/>
                    <a:lstStyle/>
                    <a:p>
                      <a:r>
                        <a:rPr lang="en-GB"/>
                        <a:t>7/10</a:t>
                      </a:r>
                    </a:p>
                  </a:txBody>
                  <a:tcPr/>
                </a:tc>
                <a:tc>
                  <a:txBody>
                    <a:bodyPr/>
                    <a:lstStyle/>
                    <a:p>
                      <a:r>
                        <a:rPr lang="en-GB"/>
                        <a:t>9/10</a:t>
                      </a:r>
                    </a:p>
                  </a:txBody>
                  <a:tcPr/>
                </a:tc>
                <a:tc>
                  <a:txBody>
                    <a:bodyPr/>
                    <a:lstStyle/>
                    <a:p>
                      <a:r>
                        <a:rPr lang="en-GB"/>
                        <a:t>7/10</a:t>
                      </a:r>
                    </a:p>
                  </a:txBody>
                  <a:tcPr/>
                </a:tc>
                <a:extLst>
                  <a:ext uri="{0D108BD9-81ED-4DB2-BD59-A6C34878D82A}">
                    <a16:rowId xmlns:a16="http://schemas.microsoft.com/office/drawing/2014/main" val="288206116"/>
                  </a:ext>
                </a:extLst>
              </a:tr>
              <a:tr h="370840">
                <a:tc>
                  <a:txBody>
                    <a:bodyPr/>
                    <a:lstStyle/>
                    <a:p>
                      <a:r>
                        <a:rPr lang="en-GB"/>
                        <a:t>User 5</a:t>
                      </a:r>
                    </a:p>
                  </a:txBody>
                  <a:tcPr/>
                </a:tc>
                <a:tc>
                  <a:txBody>
                    <a:bodyPr/>
                    <a:lstStyle/>
                    <a:p>
                      <a:r>
                        <a:rPr lang="en-GB"/>
                        <a:t>Good</a:t>
                      </a:r>
                    </a:p>
                  </a:txBody>
                  <a:tcPr/>
                </a:tc>
                <a:tc>
                  <a:txBody>
                    <a:bodyPr/>
                    <a:lstStyle/>
                    <a:p>
                      <a:r>
                        <a:rPr lang="en-GB"/>
                        <a:t>Few hours a day</a:t>
                      </a:r>
                    </a:p>
                  </a:txBody>
                  <a:tcPr/>
                </a:tc>
                <a:tc>
                  <a:txBody>
                    <a:bodyPr/>
                    <a:lstStyle/>
                    <a:p>
                      <a:r>
                        <a:rPr lang="en-GB"/>
                        <a:t>10/10</a:t>
                      </a:r>
                    </a:p>
                  </a:txBody>
                  <a:tcPr/>
                </a:tc>
                <a:tc>
                  <a:txBody>
                    <a:bodyPr/>
                    <a:lstStyle/>
                    <a:p>
                      <a:r>
                        <a:rPr lang="en-GB"/>
                        <a:t>Yes</a:t>
                      </a:r>
                    </a:p>
                  </a:txBody>
                  <a:tcPr/>
                </a:tc>
                <a:tc>
                  <a:txBody>
                    <a:bodyPr/>
                    <a:lstStyle/>
                    <a:p>
                      <a:r>
                        <a:rPr lang="en-GB"/>
                        <a:t>6/10</a:t>
                      </a:r>
                    </a:p>
                  </a:txBody>
                  <a:tcPr/>
                </a:tc>
                <a:tc>
                  <a:txBody>
                    <a:bodyPr/>
                    <a:lstStyle/>
                    <a:p>
                      <a:r>
                        <a:rPr lang="en-GB"/>
                        <a:t>10/10</a:t>
                      </a:r>
                    </a:p>
                  </a:txBody>
                  <a:tcPr/>
                </a:tc>
                <a:tc>
                  <a:txBody>
                    <a:bodyPr/>
                    <a:lstStyle/>
                    <a:p>
                      <a:r>
                        <a:rPr lang="en-GB"/>
                        <a:t>7/10</a:t>
                      </a:r>
                    </a:p>
                  </a:txBody>
                  <a:tcPr/>
                </a:tc>
                <a:extLst>
                  <a:ext uri="{0D108BD9-81ED-4DB2-BD59-A6C34878D82A}">
                    <a16:rowId xmlns:a16="http://schemas.microsoft.com/office/drawing/2014/main" val="1388090111"/>
                  </a:ext>
                </a:extLst>
              </a:tr>
              <a:tr h="370840">
                <a:tc>
                  <a:txBody>
                    <a:bodyPr/>
                    <a:lstStyle/>
                    <a:p>
                      <a:r>
                        <a:rPr lang="en-GB"/>
                        <a:t>User 6</a:t>
                      </a:r>
                    </a:p>
                  </a:txBody>
                  <a:tcPr/>
                </a:tc>
                <a:tc>
                  <a:txBody>
                    <a:bodyPr/>
                    <a:lstStyle/>
                    <a:p>
                      <a:r>
                        <a:rPr lang="en-GB"/>
                        <a:t>Good</a:t>
                      </a:r>
                    </a:p>
                  </a:txBody>
                  <a:tcPr/>
                </a:tc>
                <a:tc>
                  <a:txBody>
                    <a:bodyPr/>
                    <a:lstStyle/>
                    <a:p>
                      <a:r>
                        <a:rPr lang="en-GB"/>
                        <a:t>Few times a week</a:t>
                      </a:r>
                    </a:p>
                  </a:txBody>
                  <a:tcPr/>
                </a:tc>
                <a:tc>
                  <a:txBody>
                    <a:bodyPr/>
                    <a:lstStyle/>
                    <a:p>
                      <a:r>
                        <a:rPr lang="en-GB"/>
                        <a:t>8/10</a:t>
                      </a:r>
                    </a:p>
                  </a:txBody>
                  <a:tcPr/>
                </a:tc>
                <a:tc>
                  <a:txBody>
                    <a:bodyPr/>
                    <a:lstStyle/>
                    <a:p>
                      <a:r>
                        <a:rPr lang="en-GB"/>
                        <a:t>Yes</a:t>
                      </a:r>
                    </a:p>
                  </a:txBody>
                  <a:tcPr/>
                </a:tc>
                <a:tc>
                  <a:txBody>
                    <a:bodyPr/>
                    <a:lstStyle/>
                    <a:p>
                      <a:r>
                        <a:rPr lang="en-GB"/>
                        <a:t>7/10</a:t>
                      </a:r>
                    </a:p>
                  </a:txBody>
                  <a:tcPr/>
                </a:tc>
                <a:tc>
                  <a:txBody>
                    <a:bodyPr/>
                    <a:lstStyle/>
                    <a:p>
                      <a:r>
                        <a:rPr lang="en-GB"/>
                        <a:t>8/10</a:t>
                      </a:r>
                    </a:p>
                  </a:txBody>
                  <a:tcPr/>
                </a:tc>
                <a:tc>
                  <a:txBody>
                    <a:bodyPr/>
                    <a:lstStyle/>
                    <a:p>
                      <a:r>
                        <a:rPr lang="en-GB"/>
                        <a:t>9/10</a:t>
                      </a:r>
                    </a:p>
                  </a:txBody>
                  <a:tcPr/>
                </a:tc>
                <a:extLst>
                  <a:ext uri="{0D108BD9-81ED-4DB2-BD59-A6C34878D82A}">
                    <a16:rowId xmlns:a16="http://schemas.microsoft.com/office/drawing/2014/main" val="2302692820"/>
                  </a:ext>
                </a:extLst>
              </a:tr>
              <a:tr h="370840">
                <a:tc>
                  <a:txBody>
                    <a:bodyPr/>
                    <a:lstStyle/>
                    <a:p>
                      <a:r>
                        <a:rPr lang="en-GB"/>
                        <a:t>User 7</a:t>
                      </a:r>
                    </a:p>
                  </a:txBody>
                  <a:tcPr/>
                </a:tc>
                <a:tc>
                  <a:txBody>
                    <a:bodyPr/>
                    <a:lstStyle/>
                    <a:p>
                      <a:r>
                        <a:rPr lang="en-GB"/>
                        <a:t>Excellent</a:t>
                      </a:r>
                    </a:p>
                  </a:txBody>
                  <a:tcPr/>
                </a:tc>
                <a:tc>
                  <a:txBody>
                    <a:bodyPr/>
                    <a:lstStyle/>
                    <a:p>
                      <a:r>
                        <a:rPr lang="en-GB"/>
                        <a:t>Many hours a day</a:t>
                      </a:r>
                    </a:p>
                  </a:txBody>
                  <a:tcPr/>
                </a:tc>
                <a:tc>
                  <a:txBody>
                    <a:bodyPr/>
                    <a:lstStyle/>
                    <a:p>
                      <a:r>
                        <a:rPr lang="en-GB"/>
                        <a:t>10/10</a:t>
                      </a:r>
                    </a:p>
                  </a:txBody>
                  <a:tcPr/>
                </a:tc>
                <a:tc>
                  <a:txBody>
                    <a:bodyPr/>
                    <a:lstStyle/>
                    <a:p>
                      <a:r>
                        <a:rPr lang="en-GB"/>
                        <a:t>No</a:t>
                      </a:r>
                    </a:p>
                  </a:txBody>
                  <a:tcPr/>
                </a:tc>
                <a:tc>
                  <a:txBody>
                    <a:bodyPr/>
                    <a:lstStyle/>
                    <a:p>
                      <a:r>
                        <a:rPr lang="en-GB"/>
                        <a:t>8/10</a:t>
                      </a:r>
                    </a:p>
                  </a:txBody>
                  <a:tcPr/>
                </a:tc>
                <a:tc>
                  <a:txBody>
                    <a:bodyPr/>
                    <a:lstStyle/>
                    <a:p>
                      <a:r>
                        <a:rPr lang="en-GB"/>
                        <a:t>8/10</a:t>
                      </a:r>
                    </a:p>
                  </a:txBody>
                  <a:tcPr/>
                </a:tc>
                <a:tc>
                  <a:txBody>
                    <a:bodyPr/>
                    <a:lstStyle/>
                    <a:p>
                      <a:r>
                        <a:rPr lang="en-GB"/>
                        <a:t>10/10</a:t>
                      </a:r>
                    </a:p>
                  </a:txBody>
                  <a:tcPr/>
                </a:tc>
                <a:extLst>
                  <a:ext uri="{0D108BD9-81ED-4DB2-BD59-A6C34878D82A}">
                    <a16:rowId xmlns:a16="http://schemas.microsoft.com/office/drawing/2014/main" val="2599998837"/>
                  </a:ext>
                </a:extLst>
              </a:tr>
              <a:tr h="370840">
                <a:tc>
                  <a:txBody>
                    <a:bodyPr/>
                    <a:lstStyle/>
                    <a:p>
                      <a:r>
                        <a:rPr lang="en-GB"/>
                        <a:t>User 8</a:t>
                      </a:r>
                    </a:p>
                  </a:txBody>
                  <a:tcPr/>
                </a:tc>
                <a:tc>
                  <a:txBody>
                    <a:bodyPr/>
                    <a:lstStyle/>
                    <a:p>
                      <a:r>
                        <a:rPr lang="en-GB"/>
                        <a:t>Good</a:t>
                      </a:r>
                    </a:p>
                  </a:txBody>
                  <a:tcPr/>
                </a:tc>
                <a:tc>
                  <a:txBody>
                    <a:bodyPr/>
                    <a:lstStyle/>
                    <a:p>
                      <a:r>
                        <a:rPr lang="en-GB"/>
                        <a:t>Few hours a day</a:t>
                      </a:r>
                    </a:p>
                  </a:txBody>
                  <a:tcPr/>
                </a:tc>
                <a:tc>
                  <a:txBody>
                    <a:bodyPr/>
                    <a:lstStyle/>
                    <a:p>
                      <a:r>
                        <a:rPr lang="en-GB"/>
                        <a:t>7/10</a:t>
                      </a:r>
                    </a:p>
                  </a:txBody>
                  <a:tcPr/>
                </a:tc>
                <a:tc>
                  <a:txBody>
                    <a:bodyPr/>
                    <a:lstStyle/>
                    <a:p>
                      <a:r>
                        <a:rPr lang="en-GB"/>
                        <a:t>Yes</a:t>
                      </a:r>
                    </a:p>
                  </a:txBody>
                  <a:tcPr/>
                </a:tc>
                <a:tc>
                  <a:txBody>
                    <a:bodyPr/>
                    <a:lstStyle/>
                    <a:p>
                      <a:r>
                        <a:rPr lang="en-GB"/>
                        <a:t>8/10</a:t>
                      </a:r>
                    </a:p>
                  </a:txBody>
                  <a:tcPr/>
                </a:tc>
                <a:tc>
                  <a:txBody>
                    <a:bodyPr/>
                    <a:lstStyle/>
                    <a:p>
                      <a:r>
                        <a:rPr lang="en-GB"/>
                        <a:t>7/10</a:t>
                      </a:r>
                    </a:p>
                  </a:txBody>
                  <a:tcPr/>
                </a:tc>
                <a:tc>
                  <a:txBody>
                    <a:bodyPr/>
                    <a:lstStyle/>
                    <a:p>
                      <a:r>
                        <a:rPr lang="en-GB"/>
                        <a:t>8/10</a:t>
                      </a:r>
                    </a:p>
                  </a:txBody>
                  <a:tcPr/>
                </a:tc>
                <a:extLst>
                  <a:ext uri="{0D108BD9-81ED-4DB2-BD59-A6C34878D82A}">
                    <a16:rowId xmlns:a16="http://schemas.microsoft.com/office/drawing/2014/main" val="1870292549"/>
                  </a:ext>
                </a:extLst>
              </a:tr>
              <a:tr h="370840">
                <a:tc>
                  <a:txBody>
                    <a:bodyPr/>
                    <a:lstStyle/>
                    <a:p>
                      <a:r>
                        <a:rPr lang="en-GB"/>
                        <a:t>User 9</a:t>
                      </a:r>
                    </a:p>
                  </a:txBody>
                  <a:tcPr/>
                </a:tc>
                <a:tc>
                  <a:txBody>
                    <a:bodyPr/>
                    <a:lstStyle/>
                    <a:p>
                      <a:r>
                        <a:rPr lang="en-GB"/>
                        <a:t>Good</a:t>
                      </a:r>
                    </a:p>
                  </a:txBody>
                  <a:tcPr/>
                </a:tc>
                <a:tc>
                  <a:txBody>
                    <a:bodyPr/>
                    <a:lstStyle/>
                    <a:p>
                      <a:r>
                        <a:rPr lang="en-GB"/>
                        <a:t>Many hours a day</a:t>
                      </a:r>
                    </a:p>
                  </a:txBody>
                  <a:tcPr/>
                </a:tc>
                <a:tc>
                  <a:txBody>
                    <a:bodyPr/>
                    <a:lstStyle/>
                    <a:p>
                      <a:r>
                        <a:rPr lang="en-GB"/>
                        <a:t>8/10</a:t>
                      </a:r>
                    </a:p>
                  </a:txBody>
                  <a:tcPr/>
                </a:tc>
                <a:tc>
                  <a:txBody>
                    <a:bodyPr/>
                    <a:lstStyle/>
                    <a:p>
                      <a:r>
                        <a:rPr lang="en-GB"/>
                        <a:t>Yes</a:t>
                      </a:r>
                    </a:p>
                  </a:txBody>
                  <a:tcPr/>
                </a:tc>
                <a:tc>
                  <a:txBody>
                    <a:bodyPr/>
                    <a:lstStyle/>
                    <a:p>
                      <a:r>
                        <a:rPr lang="en-GB"/>
                        <a:t>6/10</a:t>
                      </a:r>
                    </a:p>
                  </a:txBody>
                  <a:tcPr/>
                </a:tc>
                <a:tc>
                  <a:txBody>
                    <a:bodyPr/>
                    <a:lstStyle/>
                    <a:p>
                      <a:r>
                        <a:rPr lang="en-GB"/>
                        <a:t>10/10</a:t>
                      </a:r>
                    </a:p>
                  </a:txBody>
                  <a:tcPr/>
                </a:tc>
                <a:tc>
                  <a:txBody>
                    <a:bodyPr/>
                    <a:lstStyle/>
                    <a:p>
                      <a:r>
                        <a:rPr lang="en-GB"/>
                        <a:t>9/10</a:t>
                      </a:r>
                    </a:p>
                  </a:txBody>
                  <a:tcPr/>
                </a:tc>
                <a:extLst>
                  <a:ext uri="{0D108BD9-81ED-4DB2-BD59-A6C34878D82A}">
                    <a16:rowId xmlns:a16="http://schemas.microsoft.com/office/drawing/2014/main" val="2991584095"/>
                  </a:ext>
                </a:extLst>
              </a:tr>
              <a:tr h="370840">
                <a:tc>
                  <a:txBody>
                    <a:bodyPr/>
                    <a:lstStyle/>
                    <a:p>
                      <a:r>
                        <a:rPr lang="en-GB"/>
                        <a:t>User 10</a:t>
                      </a:r>
                    </a:p>
                  </a:txBody>
                  <a:tcPr/>
                </a:tc>
                <a:tc>
                  <a:txBody>
                    <a:bodyPr/>
                    <a:lstStyle/>
                    <a:p>
                      <a:r>
                        <a:rPr lang="en-GB"/>
                        <a:t>Good</a:t>
                      </a:r>
                    </a:p>
                  </a:txBody>
                  <a:tcPr/>
                </a:tc>
                <a:tc>
                  <a:txBody>
                    <a:bodyPr/>
                    <a:lstStyle/>
                    <a:p>
                      <a:r>
                        <a:rPr lang="en-GB"/>
                        <a:t>Few hours a day</a:t>
                      </a:r>
                    </a:p>
                  </a:txBody>
                  <a:tcPr/>
                </a:tc>
                <a:tc>
                  <a:txBody>
                    <a:bodyPr/>
                    <a:lstStyle/>
                    <a:p>
                      <a:r>
                        <a:rPr lang="en-GB"/>
                        <a:t>8/10</a:t>
                      </a:r>
                    </a:p>
                  </a:txBody>
                  <a:tcPr/>
                </a:tc>
                <a:tc>
                  <a:txBody>
                    <a:bodyPr/>
                    <a:lstStyle/>
                    <a:p>
                      <a:r>
                        <a:rPr lang="en-GB"/>
                        <a:t>No</a:t>
                      </a:r>
                    </a:p>
                  </a:txBody>
                  <a:tcPr/>
                </a:tc>
                <a:tc>
                  <a:txBody>
                    <a:bodyPr/>
                    <a:lstStyle/>
                    <a:p>
                      <a:r>
                        <a:rPr lang="en-GB"/>
                        <a:t>9/10</a:t>
                      </a:r>
                    </a:p>
                  </a:txBody>
                  <a:tcPr/>
                </a:tc>
                <a:tc>
                  <a:txBody>
                    <a:bodyPr/>
                    <a:lstStyle/>
                    <a:p>
                      <a:r>
                        <a:rPr lang="en-GB"/>
                        <a:t>10/10</a:t>
                      </a:r>
                    </a:p>
                  </a:txBody>
                  <a:tcPr/>
                </a:tc>
                <a:tc>
                  <a:txBody>
                    <a:bodyPr/>
                    <a:lstStyle/>
                    <a:p>
                      <a:r>
                        <a:rPr lang="en-GB"/>
                        <a:t>10/10</a:t>
                      </a:r>
                    </a:p>
                  </a:txBody>
                  <a:tcPr/>
                </a:tc>
                <a:extLst>
                  <a:ext uri="{0D108BD9-81ED-4DB2-BD59-A6C34878D82A}">
                    <a16:rowId xmlns:a16="http://schemas.microsoft.com/office/drawing/2014/main" val="1625391122"/>
                  </a:ext>
                </a:extLst>
              </a:tr>
              <a:tr h="370840">
                <a:tc>
                  <a:txBody>
                    <a:bodyPr/>
                    <a:lstStyle/>
                    <a:p>
                      <a:r>
                        <a:rPr lang="en-GB"/>
                        <a:t>User 11</a:t>
                      </a:r>
                    </a:p>
                  </a:txBody>
                  <a:tcPr/>
                </a:tc>
                <a:tc>
                  <a:txBody>
                    <a:bodyPr/>
                    <a:lstStyle/>
                    <a:p>
                      <a:r>
                        <a:rPr lang="en-GB"/>
                        <a:t>Good</a:t>
                      </a:r>
                    </a:p>
                  </a:txBody>
                  <a:tcPr/>
                </a:tc>
                <a:tc>
                  <a:txBody>
                    <a:bodyPr/>
                    <a:lstStyle/>
                    <a:p>
                      <a:r>
                        <a:rPr lang="en-GB"/>
                        <a:t>Many hours a day</a:t>
                      </a:r>
                    </a:p>
                  </a:txBody>
                  <a:tcPr/>
                </a:tc>
                <a:tc>
                  <a:txBody>
                    <a:bodyPr/>
                    <a:lstStyle/>
                    <a:p>
                      <a:r>
                        <a:rPr lang="en-GB"/>
                        <a:t>7/10</a:t>
                      </a:r>
                    </a:p>
                  </a:txBody>
                  <a:tcPr/>
                </a:tc>
                <a:tc>
                  <a:txBody>
                    <a:bodyPr/>
                    <a:lstStyle/>
                    <a:p>
                      <a:r>
                        <a:rPr lang="en-GB"/>
                        <a:t>Yes</a:t>
                      </a:r>
                    </a:p>
                  </a:txBody>
                  <a:tcPr/>
                </a:tc>
                <a:tc>
                  <a:txBody>
                    <a:bodyPr/>
                    <a:lstStyle/>
                    <a:p>
                      <a:r>
                        <a:rPr lang="en-GB"/>
                        <a:t>8/10</a:t>
                      </a:r>
                    </a:p>
                  </a:txBody>
                  <a:tcPr/>
                </a:tc>
                <a:tc>
                  <a:txBody>
                    <a:bodyPr/>
                    <a:lstStyle/>
                    <a:p>
                      <a:r>
                        <a:rPr lang="en-GB"/>
                        <a:t>6/10</a:t>
                      </a:r>
                    </a:p>
                  </a:txBody>
                  <a:tcPr/>
                </a:tc>
                <a:tc>
                  <a:txBody>
                    <a:bodyPr/>
                    <a:lstStyle/>
                    <a:p>
                      <a:r>
                        <a:rPr lang="en-GB"/>
                        <a:t>9/10</a:t>
                      </a:r>
                    </a:p>
                  </a:txBody>
                  <a:tcPr/>
                </a:tc>
                <a:extLst>
                  <a:ext uri="{0D108BD9-81ED-4DB2-BD59-A6C34878D82A}">
                    <a16:rowId xmlns:a16="http://schemas.microsoft.com/office/drawing/2014/main" val="681538946"/>
                  </a:ext>
                </a:extLst>
              </a:tr>
              <a:tr h="370840">
                <a:tc>
                  <a:txBody>
                    <a:bodyPr/>
                    <a:lstStyle/>
                    <a:p>
                      <a:r>
                        <a:rPr lang="en-GB"/>
                        <a:t>User 12</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037017143"/>
                  </a:ext>
                </a:extLst>
              </a:tr>
              <a:tr h="370840">
                <a:tc>
                  <a:txBody>
                    <a:bodyPr/>
                    <a:lstStyle/>
                    <a:p>
                      <a:r>
                        <a:rPr lang="en-GB"/>
                        <a:t>User 13</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740000683"/>
                  </a:ext>
                </a:extLst>
              </a:tr>
              <a:tr h="370840">
                <a:tc>
                  <a:txBody>
                    <a:bodyPr/>
                    <a:lstStyle/>
                    <a:p>
                      <a:r>
                        <a:rPr lang="en-GB"/>
                        <a:t>User 14</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586442214"/>
                  </a:ext>
                </a:extLst>
              </a:tr>
              <a:tr h="370840">
                <a:tc>
                  <a:txBody>
                    <a:bodyPr/>
                    <a:lstStyle/>
                    <a:p>
                      <a:r>
                        <a:rPr lang="en-GB"/>
                        <a:t>User 15</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608927314"/>
                  </a:ext>
                </a:extLst>
              </a:tr>
              <a:tr h="370840">
                <a:tc>
                  <a:txBody>
                    <a:bodyPr/>
                    <a:lstStyle/>
                    <a:p>
                      <a:r>
                        <a:rPr lang="en-GB"/>
                        <a:t>User 16</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508996561"/>
                  </a:ext>
                </a:extLst>
              </a:tr>
              <a:tr h="370840">
                <a:tc>
                  <a:txBody>
                    <a:bodyPr/>
                    <a:lstStyle/>
                    <a:p>
                      <a:r>
                        <a:rPr lang="en-GB"/>
                        <a:t>User 17</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070393773"/>
                  </a:ext>
                </a:extLst>
              </a:tr>
              <a:tr h="370840">
                <a:tc>
                  <a:txBody>
                    <a:bodyPr/>
                    <a:lstStyle/>
                    <a:p>
                      <a:r>
                        <a:rPr lang="en-GB"/>
                        <a:t>User 18</a:t>
                      </a:r>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715442696"/>
                  </a:ext>
                </a:extLst>
              </a:tr>
            </a:tbl>
          </a:graphicData>
        </a:graphic>
      </p:graphicFrame>
    </p:spTree>
    <p:extLst>
      <p:ext uri="{BB962C8B-B14F-4D97-AF65-F5344CB8AC3E}">
        <p14:creationId xmlns:p14="http://schemas.microsoft.com/office/powerpoint/2010/main" val="2771335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TotalTime>
  <Words>2318</Words>
  <Application>Microsoft Office PowerPoint</Application>
  <PresentationFormat>Widescreen</PresentationFormat>
  <Paragraphs>884</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(Body)</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JERRY FRASER</dc:creator>
  <cp:lastModifiedBy>JERRY FRASER</cp:lastModifiedBy>
  <cp:revision>15</cp:revision>
  <dcterms:created xsi:type="dcterms:W3CDTF">2026-04-23T16:28:15Z</dcterms:created>
  <dcterms:modified xsi:type="dcterms:W3CDTF">2026-04-23T20:30:52Z</dcterms:modified>
</cp:coreProperties>
</file>